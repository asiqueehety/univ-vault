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</p:sldIdLst>
  <p:sldSz cy="6858000" cx="9144000"/>
  <p:notesSz cx="6997700" cy="9283700"/>
  <p:embeddedFontLst>
    <p:embeddedFont>
      <p:font typeface="Helvetica Neue"/>
      <p:regular r:id="rId45"/>
      <p:bold r:id="rId46"/>
      <p:italic r:id="rId47"/>
      <p:boldItalic r:id="rId4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697">
          <p15:clr>
            <a:srgbClr val="A4A3A4"/>
          </p15:clr>
        </p15:guide>
        <p15:guide id="2" pos="576">
          <p15:clr>
            <a:srgbClr val="A4A3A4"/>
          </p15:clr>
        </p15:guide>
      </p15:sldGuideLst>
    </p:ext>
    <p:ext uri="GoogleSlidesCustomDataVersion2">
      <go:slidesCustomData xmlns:go="http://customooxmlschemas.google.com/" r:id="rId49" roundtripDataSignature="AMtx7mi3cILfKwSwu0sc0lGsbuBtd0o6f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697" orient="horz"/>
        <p:guide pos="576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font" Target="fonts/HelveticaNeue-bold.fntdata"/><Relationship Id="rId45" Type="http://schemas.openxmlformats.org/officeDocument/2006/relationships/font" Target="fonts/HelveticaNeue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HelveticaNeue-boldItalic.fntdata"/><Relationship Id="rId47" Type="http://schemas.openxmlformats.org/officeDocument/2006/relationships/font" Target="fonts/HelveticaNeue-italic.fntdata"/><Relationship Id="rId49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32125" cy="463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500" lIns="93025" spcFirstLastPara="1" rIns="93025" wrap="square" tIns="465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965575" y="0"/>
            <a:ext cx="3032125" cy="463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500" lIns="93025" spcFirstLastPara="1" rIns="93025" wrap="square" tIns="465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77925" y="696913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31863" y="4410075"/>
            <a:ext cx="5133975" cy="41767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6500" lIns="93025" spcFirstLastPara="1" rIns="93025" wrap="square" tIns="46500">
            <a:no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228600" lvl="3" marL="18288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228600" lvl="4" marL="22860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820150"/>
            <a:ext cx="3032125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00" lIns="93025" spcFirstLastPara="1" rIns="93025" wrap="square" tIns="465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965575" y="8820150"/>
            <a:ext cx="3032125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00" lIns="93025" spcFirstLastPara="1" rIns="93025" wrap="square" tIns="465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3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3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:notes"/>
          <p:cNvSpPr txBox="1"/>
          <p:nvPr>
            <p:ph idx="12" type="sldNum"/>
          </p:nvPr>
        </p:nvSpPr>
        <p:spPr>
          <a:xfrm>
            <a:off x="3965575" y="8820150"/>
            <a:ext cx="3032125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00" lIns="93025" spcFirstLastPara="1" rIns="93025" wrap="square" tIns="465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9" name="Google Shape;79;p1:notes"/>
          <p:cNvSpPr/>
          <p:nvPr>
            <p:ph idx="2" type="sldImg"/>
          </p:nvPr>
        </p:nvSpPr>
        <p:spPr>
          <a:xfrm>
            <a:off x="1177925" y="696913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0" name="Google Shape;80;p1:notes"/>
          <p:cNvSpPr txBox="1"/>
          <p:nvPr>
            <p:ph idx="1" type="body"/>
          </p:nvPr>
        </p:nvSpPr>
        <p:spPr>
          <a:xfrm>
            <a:off x="931863" y="4410075"/>
            <a:ext cx="5133975" cy="41767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6500" lIns="93025" spcFirstLastPara="1" rIns="93025" wrap="square" tIns="46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:notes"/>
          <p:cNvSpPr txBox="1"/>
          <p:nvPr>
            <p:ph idx="12" type="sldNum"/>
          </p:nvPr>
        </p:nvSpPr>
        <p:spPr>
          <a:xfrm>
            <a:off x="3965575" y="8820150"/>
            <a:ext cx="3032125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00" lIns="93025" spcFirstLastPara="1" rIns="93025" wrap="square" tIns="465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5" name="Google Shape;85;p2:notes"/>
          <p:cNvSpPr/>
          <p:nvPr>
            <p:ph idx="2" type="sldImg"/>
          </p:nvPr>
        </p:nvSpPr>
        <p:spPr>
          <a:xfrm>
            <a:off x="1177925" y="696913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6" name="Google Shape;86;p2:notes"/>
          <p:cNvSpPr txBox="1"/>
          <p:nvPr>
            <p:ph idx="1" type="body"/>
          </p:nvPr>
        </p:nvSpPr>
        <p:spPr>
          <a:xfrm>
            <a:off x="931863" y="4410075"/>
            <a:ext cx="5133975" cy="41767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6500" lIns="93025" spcFirstLastPara="1" rIns="93025" wrap="square" tIns="46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:notes"/>
          <p:cNvSpPr txBox="1"/>
          <p:nvPr>
            <p:ph idx="12" type="sldNum"/>
          </p:nvPr>
        </p:nvSpPr>
        <p:spPr>
          <a:xfrm>
            <a:off x="3965575" y="8820150"/>
            <a:ext cx="3032125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00" lIns="93025" spcFirstLastPara="1" rIns="93025" wrap="square" tIns="465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2" name="Google Shape;92;p3:notes"/>
          <p:cNvSpPr/>
          <p:nvPr>
            <p:ph idx="2" type="sldImg"/>
          </p:nvPr>
        </p:nvSpPr>
        <p:spPr>
          <a:xfrm>
            <a:off x="1177925" y="696913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3" name="Google Shape;93;p3:notes"/>
          <p:cNvSpPr txBox="1"/>
          <p:nvPr>
            <p:ph idx="1" type="body"/>
          </p:nvPr>
        </p:nvSpPr>
        <p:spPr>
          <a:xfrm>
            <a:off x="931863" y="4410075"/>
            <a:ext cx="5133975" cy="41767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6500" lIns="93025" spcFirstLastPara="1" rIns="93025" wrap="square" tIns="46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4:notes"/>
          <p:cNvSpPr txBox="1"/>
          <p:nvPr>
            <p:ph idx="12" type="sldNum"/>
          </p:nvPr>
        </p:nvSpPr>
        <p:spPr>
          <a:xfrm>
            <a:off x="3965575" y="8820150"/>
            <a:ext cx="3032125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00" lIns="93025" spcFirstLastPara="1" rIns="93025" wrap="square" tIns="465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9" name="Google Shape;99;p4:notes"/>
          <p:cNvSpPr/>
          <p:nvPr>
            <p:ph idx="2" type="sldImg"/>
          </p:nvPr>
        </p:nvSpPr>
        <p:spPr>
          <a:xfrm>
            <a:off x="1177925" y="696913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0" name="Google Shape;100;p4:notes"/>
          <p:cNvSpPr txBox="1"/>
          <p:nvPr>
            <p:ph idx="1" type="body"/>
          </p:nvPr>
        </p:nvSpPr>
        <p:spPr>
          <a:xfrm>
            <a:off x="931863" y="4410075"/>
            <a:ext cx="5133975" cy="41767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6500" lIns="93025" spcFirstLastPara="1" rIns="93025" wrap="square" tIns="46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:notes"/>
          <p:cNvSpPr txBox="1"/>
          <p:nvPr>
            <p:ph idx="12" type="sldNum"/>
          </p:nvPr>
        </p:nvSpPr>
        <p:spPr>
          <a:xfrm>
            <a:off x="3965575" y="8820150"/>
            <a:ext cx="3032125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00" lIns="93025" spcFirstLastPara="1" rIns="93025" wrap="square" tIns="465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6" name="Google Shape;106;p5:notes"/>
          <p:cNvSpPr/>
          <p:nvPr>
            <p:ph idx="2" type="sldImg"/>
          </p:nvPr>
        </p:nvSpPr>
        <p:spPr>
          <a:xfrm>
            <a:off x="1177925" y="696913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7" name="Google Shape;107;p5:notes"/>
          <p:cNvSpPr txBox="1"/>
          <p:nvPr>
            <p:ph idx="1" type="body"/>
          </p:nvPr>
        </p:nvSpPr>
        <p:spPr>
          <a:xfrm>
            <a:off x="931863" y="4410075"/>
            <a:ext cx="5133975" cy="41767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6500" lIns="93025" spcFirstLastPara="1" rIns="93025" wrap="square" tIns="46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6:notes"/>
          <p:cNvSpPr txBox="1"/>
          <p:nvPr>
            <p:ph idx="12" type="sldNum"/>
          </p:nvPr>
        </p:nvSpPr>
        <p:spPr>
          <a:xfrm>
            <a:off x="3965575" y="8820150"/>
            <a:ext cx="3032125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00" lIns="93025" spcFirstLastPara="1" rIns="93025" wrap="square" tIns="465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6:notes"/>
          <p:cNvSpPr/>
          <p:nvPr>
            <p:ph idx="2" type="sldImg"/>
          </p:nvPr>
        </p:nvSpPr>
        <p:spPr>
          <a:xfrm>
            <a:off x="1177925" y="696913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4" name="Google Shape;114;p6:notes"/>
          <p:cNvSpPr txBox="1"/>
          <p:nvPr>
            <p:ph idx="1" type="body"/>
          </p:nvPr>
        </p:nvSpPr>
        <p:spPr>
          <a:xfrm>
            <a:off x="931863" y="4410075"/>
            <a:ext cx="5133975" cy="41767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6500" lIns="93025" spcFirstLastPara="1" rIns="93025" wrap="square" tIns="46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7:notes"/>
          <p:cNvSpPr txBox="1"/>
          <p:nvPr>
            <p:ph idx="12" type="sldNum"/>
          </p:nvPr>
        </p:nvSpPr>
        <p:spPr>
          <a:xfrm>
            <a:off x="3965575" y="8820150"/>
            <a:ext cx="3032125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00" lIns="93025" spcFirstLastPara="1" rIns="93025" wrap="square" tIns="465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0" name="Google Shape;120;p7:notes"/>
          <p:cNvSpPr/>
          <p:nvPr>
            <p:ph idx="2" type="sldImg"/>
          </p:nvPr>
        </p:nvSpPr>
        <p:spPr>
          <a:xfrm>
            <a:off x="1177925" y="696913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1" name="Google Shape;121;p7:notes"/>
          <p:cNvSpPr txBox="1"/>
          <p:nvPr>
            <p:ph idx="1" type="body"/>
          </p:nvPr>
        </p:nvSpPr>
        <p:spPr>
          <a:xfrm>
            <a:off x="931863" y="4410075"/>
            <a:ext cx="5133975" cy="41767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6500" lIns="93025" spcFirstLastPara="1" rIns="93025" wrap="square" tIns="46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8:notes"/>
          <p:cNvSpPr txBox="1"/>
          <p:nvPr>
            <p:ph idx="12" type="sldNum"/>
          </p:nvPr>
        </p:nvSpPr>
        <p:spPr>
          <a:xfrm>
            <a:off x="3965575" y="8820150"/>
            <a:ext cx="3032125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00" lIns="93025" spcFirstLastPara="1" rIns="93025" wrap="square" tIns="465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8" name="Google Shape;128;p8:notes"/>
          <p:cNvSpPr/>
          <p:nvPr>
            <p:ph idx="2" type="sldImg"/>
          </p:nvPr>
        </p:nvSpPr>
        <p:spPr>
          <a:xfrm>
            <a:off x="1177925" y="696913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9" name="Google Shape;129;p8:notes"/>
          <p:cNvSpPr txBox="1"/>
          <p:nvPr>
            <p:ph idx="1" type="body"/>
          </p:nvPr>
        </p:nvSpPr>
        <p:spPr>
          <a:xfrm>
            <a:off x="931863" y="4410075"/>
            <a:ext cx="5133975" cy="41767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6500" lIns="93025" spcFirstLastPara="1" rIns="93025" wrap="square" tIns="46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9:notes"/>
          <p:cNvSpPr txBox="1"/>
          <p:nvPr>
            <p:ph idx="12" type="sldNum"/>
          </p:nvPr>
        </p:nvSpPr>
        <p:spPr>
          <a:xfrm>
            <a:off x="3965575" y="8820150"/>
            <a:ext cx="3032125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00" lIns="93025" spcFirstLastPara="1" rIns="93025" wrap="square" tIns="465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6" name="Google Shape;136;p9:notes"/>
          <p:cNvSpPr/>
          <p:nvPr>
            <p:ph idx="2" type="sldImg"/>
          </p:nvPr>
        </p:nvSpPr>
        <p:spPr>
          <a:xfrm>
            <a:off x="1177925" y="696913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7" name="Google Shape;137;p9:notes"/>
          <p:cNvSpPr txBox="1"/>
          <p:nvPr>
            <p:ph idx="1" type="body"/>
          </p:nvPr>
        </p:nvSpPr>
        <p:spPr>
          <a:xfrm>
            <a:off x="931863" y="4410075"/>
            <a:ext cx="5133975" cy="41767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6500" lIns="93025" spcFirstLastPara="1" rIns="93025" wrap="square" tIns="46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0:notes"/>
          <p:cNvSpPr txBox="1"/>
          <p:nvPr>
            <p:ph idx="12" type="sldNum"/>
          </p:nvPr>
        </p:nvSpPr>
        <p:spPr>
          <a:xfrm>
            <a:off x="3965575" y="8820150"/>
            <a:ext cx="3032125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00" lIns="93025" spcFirstLastPara="1" rIns="93025" wrap="square" tIns="465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3" name="Google Shape;143;p10:notes"/>
          <p:cNvSpPr/>
          <p:nvPr>
            <p:ph idx="2" type="sldImg"/>
          </p:nvPr>
        </p:nvSpPr>
        <p:spPr>
          <a:xfrm>
            <a:off x="1177925" y="696913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4" name="Google Shape;144;p10:notes"/>
          <p:cNvSpPr txBox="1"/>
          <p:nvPr>
            <p:ph idx="1" type="body"/>
          </p:nvPr>
        </p:nvSpPr>
        <p:spPr>
          <a:xfrm>
            <a:off x="931863" y="4410075"/>
            <a:ext cx="5133975" cy="41767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6500" lIns="93025" spcFirstLastPara="1" rIns="93025" wrap="square" tIns="46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1:notes"/>
          <p:cNvSpPr txBox="1"/>
          <p:nvPr>
            <p:ph idx="12" type="sldNum"/>
          </p:nvPr>
        </p:nvSpPr>
        <p:spPr>
          <a:xfrm>
            <a:off x="3965575" y="8820150"/>
            <a:ext cx="3032125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00" lIns="93025" spcFirstLastPara="1" rIns="93025" wrap="square" tIns="465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0" name="Google Shape;150;p11:notes"/>
          <p:cNvSpPr/>
          <p:nvPr>
            <p:ph idx="2" type="sldImg"/>
          </p:nvPr>
        </p:nvSpPr>
        <p:spPr>
          <a:xfrm>
            <a:off x="1177925" y="696913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1" name="Google Shape;151;p11:notes"/>
          <p:cNvSpPr txBox="1"/>
          <p:nvPr>
            <p:ph idx="1" type="body"/>
          </p:nvPr>
        </p:nvSpPr>
        <p:spPr>
          <a:xfrm>
            <a:off x="931863" y="4410075"/>
            <a:ext cx="5133975" cy="41767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6500" lIns="93025" spcFirstLastPara="1" rIns="93025" wrap="square" tIns="46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2:notes"/>
          <p:cNvSpPr txBox="1"/>
          <p:nvPr>
            <p:ph idx="12" type="sldNum"/>
          </p:nvPr>
        </p:nvSpPr>
        <p:spPr>
          <a:xfrm>
            <a:off x="3965575" y="8820150"/>
            <a:ext cx="3032125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00" lIns="93025" spcFirstLastPara="1" rIns="93025" wrap="square" tIns="465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8" name="Google Shape;158;p12:notes"/>
          <p:cNvSpPr/>
          <p:nvPr>
            <p:ph idx="2" type="sldImg"/>
          </p:nvPr>
        </p:nvSpPr>
        <p:spPr>
          <a:xfrm>
            <a:off x="1177925" y="696913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9" name="Google Shape;159;p12:notes"/>
          <p:cNvSpPr txBox="1"/>
          <p:nvPr>
            <p:ph idx="1" type="body"/>
          </p:nvPr>
        </p:nvSpPr>
        <p:spPr>
          <a:xfrm>
            <a:off x="931863" y="4410075"/>
            <a:ext cx="5133975" cy="41767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6500" lIns="93025" spcFirstLastPara="1" rIns="93025" wrap="square" tIns="46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3:notes"/>
          <p:cNvSpPr txBox="1"/>
          <p:nvPr>
            <p:ph idx="12" type="sldNum"/>
          </p:nvPr>
        </p:nvSpPr>
        <p:spPr>
          <a:xfrm>
            <a:off x="3965575" y="8820150"/>
            <a:ext cx="3032125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00" lIns="93025" spcFirstLastPara="1" rIns="93025" wrap="square" tIns="465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6" name="Google Shape;166;p13:notes"/>
          <p:cNvSpPr/>
          <p:nvPr>
            <p:ph idx="2" type="sldImg"/>
          </p:nvPr>
        </p:nvSpPr>
        <p:spPr>
          <a:xfrm>
            <a:off x="1177925" y="696913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7" name="Google Shape;167;p13:notes"/>
          <p:cNvSpPr txBox="1"/>
          <p:nvPr>
            <p:ph idx="1" type="body"/>
          </p:nvPr>
        </p:nvSpPr>
        <p:spPr>
          <a:xfrm>
            <a:off x="931863" y="4410075"/>
            <a:ext cx="5133975" cy="41767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6500" lIns="93025" spcFirstLastPara="1" rIns="93025" wrap="square" tIns="46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4:notes"/>
          <p:cNvSpPr txBox="1"/>
          <p:nvPr>
            <p:ph idx="12" type="sldNum"/>
          </p:nvPr>
        </p:nvSpPr>
        <p:spPr>
          <a:xfrm>
            <a:off x="3965575" y="8820150"/>
            <a:ext cx="3032125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00" lIns="93025" spcFirstLastPara="1" rIns="93025" wrap="square" tIns="465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4" name="Google Shape;174;p14:notes"/>
          <p:cNvSpPr/>
          <p:nvPr>
            <p:ph idx="2" type="sldImg"/>
          </p:nvPr>
        </p:nvSpPr>
        <p:spPr>
          <a:xfrm>
            <a:off x="1177925" y="696913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5" name="Google Shape;175;p14:notes"/>
          <p:cNvSpPr txBox="1"/>
          <p:nvPr>
            <p:ph idx="1" type="body"/>
          </p:nvPr>
        </p:nvSpPr>
        <p:spPr>
          <a:xfrm>
            <a:off x="931863" y="4410075"/>
            <a:ext cx="5133975" cy="41767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6500" lIns="93025" spcFirstLastPara="1" rIns="93025" wrap="square" tIns="46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5:notes"/>
          <p:cNvSpPr txBox="1"/>
          <p:nvPr>
            <p:ph idx="12" type="sldNum"/>
          </p:nvPr>
        </p:nvSpPr>
        <p:spPr>
          <a:xfrm>
            <a:off x="3965575" y="8820150"/>
            <a:ext cx="3032125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00" lIns="93025" spcFirstLastPara="1" rIns="93025" wrap="square" tIns="465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2" name="Google Shape;182;p15:notes"/>
          <p:cNvSpPr/>
          <p:nvPr>
            <p:ph idx="2" type="sldImg"/>
          </p:nvPr>
        </p:nvSpPr>
        <p:spPr>
          <a:xfrm>
            <a:off x="1177925" y="696913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3" name="Google Shape;183;p15:notes"/>
          <p:cNvSpPr txBox="1"/>
          <p:nvPr>
            <p:ph idx="1" type="body"/>
          </p:nvPr>
        </p:nvSpPr>
        <p:spPr>
          <a:xfrm>
            <a:off x="931863" y="4410075"/>
            <a:ext cx="5133975" cy="41767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6500" lIns="93025" spcFirstLastPara="1" rIns="93025" wrap="square" tIns="46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6:notes"/>
          <p:cNvSpPr txBox="1"/>
          <p:nvPr>
            <p:ph idx="12" type="sldNum"/>
          </p:nvPr>
        </p:nvSpPr>
        <p:spPr>
          <a:xfrm>
            <a:off x="3965575" y="8820150"/>
            <a:ext cx="3032125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00" lIns="93025" spcFirstLastPara="1" rIns="93025" wrap="square" tIns="465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9" name="Google Shape;189;p16:notes"/>
          <p:cNvSpPr/>
          <p:nvPr>
            <p:ph idx="2" type="sldImg"/>
          </p:nvPr>
        </p:nvSpPr>
        <p:spPr>
          <a:xfrm>
            <a:off x="1177925" y="696913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0" name="Google Shape;190;p16:notes"/>
          <p:cNvSpPr txBox="1"/>
          <p:nvPr>
            <p:ph idx="1" type="body"/>
          </p:nvPr>
        </p:nvSpPr>
        <p:spPr>
          <a:xfrm>
            <a:off x="931863" y="4410075"/>
            <a:ext cx="5133975" cy="41767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6500" lIns="93025" spcFirstLastPara="1" rIns="93025" wrap="square" tIns="46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7:notes"/>
          <p:cNvSpPr txBox="1"/>
          <p:nvPr>
            <p:ph idx="12" type="sldNum"/>
          </p:nvPr>
        </p:nvSpPr>
        <p:spPr>
          <a:xfrm>
            <a:off x="3965575" y="8820150"/>
            <a:ext cx="3032125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00" lIns="93025" spcFirstLastPara="1" rIns="93025" wrap="square" tIns="465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6" name="Google Shape;196;p17:notes"/>
          <p:cNvSpPr/>
          <p:nvPr>
            <p:ph idx="2" type="sldImg"/>
          </p:nvPr>
        </p:nvSpPr>
        <p:spPr>
          <a:xfrm>
            <a:off x="1177925" y="696913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7" name="Google Shape;197;p17:notes"/>
          <p:cNvSpPr txBox="1"/>
          <p:nvPr>
            <p:ph idx="1" type="body"/>
          </p:nvPr>
        </p:nvSpPr>
        <p:spPr>
          <a:xfrm>
            <a:off x="931863" y="4410075"/>
            <a:ext cx="5133975" cy="41767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6500" lIns="93025" spcFirstLastPara="1" rIns="93025" wrap="square" tIns="46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8:notes"/>
          <p:cNvSpPr txBox="1"/>
          <p:nvPr>
            <p:ph idx="12" type="sldNum"/>
          </p:nvPr>
        </p:nvSpPr>
        <p:spPr>
          <a:xfrm>
            <a:off x="3965575" y="8820150"/>
            <a:ext cx="3032125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00" lIns="93025" spcFirstLastPara="1" rIns="93025" wrap="square" tIns="465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3" name="Google Shape;203;p18:notes"/>
          <p:cNvSpPr/>
          <p:nvPr>
            <p:ph idx="2" type="sldImg"/>
          </p:nvPr>
        </p:nvSpPr>
        <p:spPr>
          <a:xfrm>
            <a:off x="1177925" y="696913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4" name="Google Shape;204;p18:notes"/>
          <p:cNvSpPr txBox="1"/>
          <p:nvPr>
            <p:ph idx="1" type="body"/>
          </p:nvPr>
        </p:nvSpPr>
        <p:spPr>
          <a:xfrm>
            <a:off x="931863" y="4410075"/>
            <a:ext cx="5133975" cy="41767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6500" lIns="93025" spcFirstLastPara="1" rIns="93025" wrap="square" tIns="46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9:notes"/>
          <p:cNvSpPr txBox="1"/>
          <p:nvPr>
            <p:ph idx="12" type="sldNum"/>
          </p:nvPr>
        </p:nvSpPr>
        <p:spPr>
          <a:xfrm>
            <a:off x="3965575" y="8820150"/>
            <a:ext cx="3032125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00" lIns="93025" spcFirstLastPara="1" rIns="93025" wrap="square" tIns="465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0" name="Google Shape;210;p19:notes"/>
          <p:cNvSpPr/>
          <p:nvPr>
            <p:ph idx="2" type="sldImg"/>
          </p:nvPr>
        </p:nvSpPr>
        <p:spPr>
          <a:xfrm>
            <a:off x="1177925" y="696913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1" name="Google Shape;211;p19:notes"/>
          <p:cNvSpPr txBox="1"/>
          <p:nvPr>
            <p:ph idx="1" type="body"/>
          </p:nvPr>
        </p:nvSpPr>
        <p:spPr>
          <a:xfrm>
            <a:off x="931863" y="4410075"/>
            <a:ext cx="5133975" cy="41767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6500" lIns="93025" spcFirstLastPara="1" rIns="93025" wrap="square" tIns="46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0:notes"/>
          <p:cNvSpPr txBox="1"/>
          <p:nvPr>
            <p:ph idx="12" type="sldNum"/>
          </p:nvPr>
        </p:nvSpPr>
        <p:spPr>
          <a:xfrm>
            <a:off x="3965575" y="8820150"/>
            <a:ext cx="3032125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00" lIns="93025" spcFirstLastPara="1" rIns="93025" wrap="square" tIns="465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1" name="Google Shape;221;p20:notes"/>
          <p:cNvSpPr/>
          <p:nvPr>
            <p:ph idx="2" type="sldImg"/>
          </p:nvPr>
        </p:nvSpPr>
        <p:spPr>
          <a:xfrm>
            <a:off x="1177925" y="696913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2" name="Google Shape;222;p20:notes"/>
          <p:cNvSpPr txBox="1"/>
          <p:nvPr>
            <p:ph idx="1" type="body"/>
          </p:nvPr>
        </p:nvSpPr>
        <p:spPr>
          <a:xfrm>
            <a:off x="931863" y="4410075"/>
            <a:ext cx="5133975" cy="41767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6500" lIns="93025" spcFirstLastPara="1" rIns="93025" wrap="square" tIns="46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1:notes"/>
          <p:cNvSpPr txBox="1"/>
          <p:nvPr>
            <p:ph idx="12" type="sldNum"/>
          </p:nvPr>
        </p:nvSpPr>
        <p:spPr>
          <a:xfrm>
            <a:off x="3965575" y="8820150"/>
            <a:ext cx="3032125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00" lIns="93025" spcFirstLastPara="1" rIns="93025" wrap="square" tIns="465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9" name="Google Shape;229;p21:notes"/>
          <p:cNvSpPr/>
          <p:nvPr>
            <p:ph idx="2" type="sldImg"/>
          </p:nvPr>
        </p:nvSpPr>
        <p:spPr>
          <a:xfrm>
            <a:off x="1177925" y="696913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0" name="Google Shape;230;p21:notes"/>
          <p:cNvSpPr txBox="1"/>
          <p:nvPr>
            <p:ph idx="1" type="body"/>
          </p:nvPr>
        </p:nvSpPr>
        <p:spPr>
          <a:xfrm>
            <a:off x="931863" y="4410075"/>
            <a:ext cx="5133975" cy="41767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6500" lIns="93025" spcFirstLastPara="1" rIns="93025" wrap="square" tIns="46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2:notes"/>
          <p:cNvSpPr txBox="1"/>
          <p:nvPr>
            <p:ph idx="12" type="sldNum"/>
          </p:nvPr>
        </p:nvSpPr>
        <p:spPr>
          <a:xfrm>
            <a:off x="3965575" y="8820150"/>
            <a:ext cx="3032125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00" lIns="93025" spcFirstLastPara="1" rIns="93025" wrap="square" tIns="465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6" name="Google Shape;236;p22:notes"/>
          <p:cNvSpPr/>
          <p:nvPr>
            <p:ph idx="2" type="sldImg"/>
          </p:nvPr>
        </p:nvSpPr>
        <p:spPr>
          <a:xfrm>
            <a:off x="1177925" y="696913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7" name="Google Shape;237;p22:notes"/>
          <p:cNvSpPr txBox="1"/>
          <p:nvPr>
            <p:ph idx="1" type="body"/>
          </p:nvPr>
        </p:nvSpPr>
        <p:spPr>
          <a:xfrm>
            <a:off x="931863" y="4410075"/>
            <a:ext cx="5133975" cy="41767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6500" lIns="93025" spcFirstLastPara="1" rIns="93025" wrap="square" tIns="46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3:notes"/>
          <p:cNvSpPr txBox="1"/>
          <p:nvPr>
            <p:ph idx="12" type="sldNum"/>
          </p:nvPr>
        </p:nvSpPr>
        <p:spPr>
          <a:xfrm>
            <a:off x="3965575" y="8820150"/>
            <a:ext cx="3032125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00" lIns="93025" spcFirstLastPara="1" rIns="93025" wrap="square" tIns="465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4" name="Google Shape;244;p23:notes"/>
          <p:cNvSpPr/>
          <p:nvPr>
            <p:ph idx="2" type="sldImg"/>
          </p:nvPr>
        </p:nvSpPr>
        <p:spPr>
          <a:xfrm>
            <a:off x="1177925" y="696913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5" name="Google Shape;245;p23:notes"/>
          <p:cNvSpPr txBox="1"/>
          <p:nvPr>
            <p:ph idx="1" type="body"/>
          </p:nvPr>
        </p:nvSpPr>
        <p:spPr>
          <a:xfrm>
            <a:off x="931863" y="4410075"/>
            <a:ext cx="5133975" cy="41767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6500" lIns="93025" spcFirstLastPara="1" rIns="93025" wrap="square" tIns="46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4:notes"/>
          <p:cNvSpPr txBox="1"/>
          <p:nvPr>
            <p:ph idx="12" type="sldNum"/>
          </p:nvPr>
        </p:nvSpPr>
        <p:spPr>
          <a:xfrm>
            <a:off x="3965575" y="8820150"/>
            <a:ext cx="3032125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00" lIns="93025" spcFirstLastPara="1" rIns="93025" wrap="square" tIns="465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2" name="Google Shape;252;p24:notes"/>
          <p:cNvSpPr/>
          <p:nvPr>
            <p:ph idx="2" type="sldImg"/>
          </p:nvPr>
        </p:nvSpPr>
        <p:spPr>
          <a:xfrm>
            <a:off x="1177925" y="696913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3" name="Google Shape;253;p24:notes"/>
          <p:cNvSpPr txBox="1"/>
          <p:nvPr>
            <p:ph idx="1" type="body"/>
          </p:nvPr>
        </p:nvSpPr>
        <p:spPr>
          <a:xfrm>
            <a:off x="931863" y="4410075"/>
            <a:ext cx="5133975" cy="41767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6500" lIns="93025" spcFirstLastPara="1" rIns="93025" wrap="square" tIns="46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5:notes"/>
          <p:cNvSpPr txBox="1"/>
          <p:nvPr>
            <p:ph idx="12" type="sldNum"/>
          </p:nvPr>
        </p:nvSpPr>
        <p:spPr>
          <a:xfrm>
            <a:off x="3965575" y="8820150"/>
            <a:ext cx="3032125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00" lIns="93025" spcFirstLastPara="1" rIns="93025" wrap="square" tIns="465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0" name="Google Shape;260;p25:notes"/>
          <p:cNvSpPr/>
          <p:nvPr>
            <p:ph idx="2" type="sldImg"/>
          </p:nvPr>
        </p:nvSpPr>
        <p:spPr>
          <a:xfrm>
            <a:off x="1177925" y="696913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1" name="Google Shape;261;p25:notes"/>
          <p:cNvSpPr txBox="1"/>
          <p:nvPr>
            <p:ph idx="1" type="body"/>
          </p:nvPr>
        </p:nvSpPr>
        <p:spPr>
          <a:xfrm>
            <a:off x="931863" y="4410075"/>
            <a:ext cx="5133975" cy="41767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6500" lIns="93025" spcFirstLastPara="1" rIns="93025" wrap="square" tIns="46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6:notes"/>
          <p:cNvSpPr txBox="1"/>
          <p:nvPr>
            <p:ph idx="12" type="sldNum"/>
          </p:nvPr>
        </p:nvSpPr>
        <p:spPr>
          <a:xfrm>
            <a:off x="3965575" y="8820150"/>
            <a:ext cx="3032125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00" lIns="93025" spcFirstLastPara="1" rIns="93025" wrap="square" tIns="465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8" name="Google Shape;268;p26:notes"/>
          <p:cNvSpPr/>
          <p:nvPr>
            <p:ph idx="2" type="sldImg"/>
          </p:nvPr>
        </p:nvSpPr>
        <p:spPr>
          <a:xfrm>
            <a:off x="1177925" y="696913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9" name="Google Shape;269;p26:notes"/>
          <p:cNvSpPr txBox="1"/>
          <p:nvPr>
            <p:ph idx="1" type="body"/>
          </p:nvPr>
        </p:nvSpPr>
        <p:spPr>
          <a:xfrm>
            <a:off x="931863" y="4410075"/>
            <a:ext cx="5133975" cy="41767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6500" lIns="93025" spcFirstLastPara="1" rIns="93025" wrap="square" tIns="46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7:notes"/>
          <p:cNvSpPr txBox="1"/>
          <p:nvPr>
            <p:ph idx="12" type="sldNum"/>
          </p:nvPr>
        </p:nvSpPr>
        <p:spPr>
          <a:xfrm>
            <a:off x="3965575" y="8820150"/>
            <a:ext cx="3032125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00" lIns="93025" spcFirstLastPara="1" rIns="93025" wrap="square" tIns="465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5" name="Google Shape;275;p27:notes"/>
          <p:cNvSpPr/>
          <p:nvPr>
            <p:ph idx="2" type="sldImg"/>
          </p:nvPr>
        </p:nvSpPr>
        <p:spPr>
          <a:xfrm>
            <a:off x="1177925" y="696913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6" name="Google Shape;276;p27:notes"/>
          <p:cNvSpPr txBox="1"/>
          <p:nvPr>
            <p:ph idx="1" type="body"/>
          </p:nvPr>
        </p:nvSpPr>
        <p:spPr>
          <a:xfrm>
            <a:off x="931863" y="4410075"/>
            <a:ext cx="5133975" cy="41767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6500" lIns="93025" spcFirstLastPara="1" rIns="93025" wrap="square" tIns="46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8:notes"/>
          <p:cNvSpPr txBox="1"/>
          <p:nvPr>
            <p:ph idx="12" type="sldNum"/>
          </p:nvPr>
        </p:nvSpPr>
        <p:spPr>
          <a:xfrm>
            <a:off x="3965575" y="8820150"/>
            <a:ext cx="3032125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00" lIns="93025" spcFirstLastPara="1" rIns="93025" wrap="square" tIns="465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4" name="Google Shape;284;p28:notes"/>
          <p:cNvSpPr/>
          <p:nvPr>
            <p:ph idx="2" type="sldImg"/>
          </p:nvPr>
        </p:nvSpPr>
        <p:spPr>
          <a:xfrm>
            <a:off x="1177925" y="696913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5" name="Google Shape;285;p28:notes"/>
          <p:cNvSpPr txBox="1"/>
          <p:nvPr>
            <p:ph idx="1" type="body"/>
          </p:nvPr>
        </p:nvSpPr>
        <p:spPr>
          <a:xfrm>
            <a:off x="931863" y="4410075"/>
            <a:ext cx="5133975" cy="41767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6500" lIns="93025" spcFirstLastPara="1" rIns="93025" wrap="square" tIns="46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29:notes"/>
          <p:cNvSpPr txBox="1"/>
          <p:nvPr>
            <p:ph idx="12" type="sldNum"/>
          </p:nvPr>
        </p:nvSpPr>
        <p:spPr>
          <a:xfrm>
            <a:off x="3965575" y="8820150"/>
            <a:ext cx="3032125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00" lIns="93025" spcFirstLastPara="1" rIns="93025" wrap="square" tIns="465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2" name="Google Shape;292;p29:notes"/>
          <p:cNvSpPr/>
          <p:nvPr>
            <p:ph idx="2" type="sldImg"/>
          </p:nvPr>
        </p:nvSpPr>
        <p:spPr>
          <a:xfrm>
            <a:off x="1177925" y="696913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3" name="Google Shape;293;p29:notes"/>
          <p:cNvSpPr txBox="1"/>
          <p:nvPr>
            <p:ph idx="1" type="body"/>
          </p:nvPr>
        </p:nvSpPr>
        <p:spPr>
          <a:xfrm>
            <a:off x="931863" y="4410075"/>
            <a:ext cx="5133975" cy="41767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6500" lIns="93025" spcFirstLastPara="1" rIns="93025" wrap="square" tIns="46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30:notes"/>
          <p:cNvSpPr txBox="1"/>
          <p:nvPr>
            <p:ph idx="12" type="sldNum"/>
          </p:nvPr>
        </p:nvSpPr>
        <p:spPr>
          <a:xfrm>
            <a:off x="3965575" y="8820150"/>
            <a:ext cx="3032125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00" lIns="93025" spcFirstLastPara="1" rIns="93025" wrap="square" tIns="465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9" name="Google Shape;299;p30:notes"/>
          <p:cNvSpPr/>
          <p:nvPr>
            <p:ph idx="2" type="sldImg"/>
          </p:nvPr>
        </p:nvSpPr>
        <p:spPr>
          <a:xfrm>
            <a:off x="1177925" y="696913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0" name="Google Shape;300;p30:notes"/>
          <p:cNvSpPr txBox="1"/>
          <p:nvPr>
            <p:ph idx="1" type="body"/>
          </p:nvPr>
        </p:nvSpPr>
        <p:spPr>
          <a:xfrm>
            <a:off x="931863" y="4410075"/>
            <a:ext cx="5133975" cy="41767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6500" lIns="93025" spcFirstLastPara="1" rIns="93025" wrap="square" tIns="46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31:notes"/>
          <p:cNvSpPr txBox="1"/>
          <p:nvPr>
            <p:ph idx="12" type="sldNum"/>
          </p:nvPr>
        </p:nvSpPr>
        <p:spPr>
          <a:xfrm>
            <a:off x="3965575" y="8820150"/>
            <a:ext cx="3032125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00" lIns="93025" spcFirstLastPara="1" rIns="93025" wrap="square" tIns="465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6" name="Google Shape;306;p31:notes"/>
          <p:cNvSpPr/>
          <p:nvPr>
            <p:ph idx="2" type="sldImg"/>
          </p:nvPr>
        </p:nvSpPr>
        <p:spPr>
          <a:xfrm>
            <a:off x="1177925" y="696913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7" name="Google Shape;307;p31:notes"/>
          <p:cNvSpPr txBox="1"/>
          <p:nvPr>
            <p:ph idx="1" type="body"/>
          </p:nvPr>
        </p:nvSpPr>
        <p:spPr>
          <a:xfrm>
            <a:off x="931863" y="4410075"/>
            <a:ext cx="5133975" cy="41767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6500" lIns="93025" spcFirstLastPara="1" rIns="93025" wrap="square" tIns="46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32:notes"/>
          <p:cNvSpPr txBox="1"/>
          <p:nvPr>
            <p:ph idx="12" type="sldNum"/>
          </p:nvPr>
        </p:nvSpPr>
        <p:spPr>
          <a:xfrm>
            <a:off x="3965575" y="8820150"/>
            <a:ext cx="3032125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00" lIns="93025" spcFirstLastPara="1" rIns="93025" wrap="square" tIns="465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3" name="Google Shape;313;p32:notes"/>
          <p:cNvSpPr/>
          <p:nvPr>
            <p:ph idx="2" type="sldImg"/>
          </p:nvPr>
        </p:nvSpPr>
        <p:spPr>
          <a:xfrm>
            <a:off x="1177925" y="696913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4" name="Google Shape;314;p32:notes"/>
          <p:cNvSpPr txBox="1"/>
          <p:nvPr>
            <p:ph idx="1" type="body"/>
          </p:nvPr>
        </p:nvSpPr>
        <p:spPr>
          <a:xfrm>
            <a:off x="931863" y="4410075"/>
            <a:ext cx="5133975" cy="41767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6500" lIns="93025" spcFirstLastPara="1" rIns="93025" wrap="square" tIns="46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33:notes"/>
          <p:cNvSpPr txBox="1"/>
          <p:nvPr>
            <p:ph idx="12" type="sldNum"/>
          </p:nvPr>
        </p:nvSpPr>
        <p:spPr>
          <a:xfrm>
            <a:off x="3965575" y="8820150"/>
            <a:ext cx="3032125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00" lIns="93025" spcFirstLastPara="1" rIns="93025" wrap="square" tIns="465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0" name="Google Shape;320;p33:notes"/>
          <p:cNvSpPr/>
          <p:nvPr>
            <p:ph idx="2" type="sldImg"/>
          </p:nvPr>
        </p:nvSpPr>
        <p:spPr>
          <a:xfrm>
            <a:off x="1177925" y="696913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1" name="Google Shape;321;p33:notes"/>
          <p:cNvSpPr txBox="1"/>
          <p:nvPr>
            <p:ph idx="1" type="body"/>
          </p:nvPr>
        </p:nvSpPr>
        <p:spPr>
          <a:xfrm>
            <a:off x="931863" y="4410075"/>
            <a:ext cx="5133975" cy="41767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6500" lIns="93025" spcFirstLastPara="1" rIns="93025" wrap="square" tIns="46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34:notes"/>
          <p:cNvSpPr txBox="1"/>
          <p:nvPr>
            <p:ph idx="12" type="sldNum"/>
          </p:nvPr>
        </p:nvSpPr>
        <p:spPr>
          <a:xfrm>
            <a:off x="3965575" y="8820150"/>
            <a:ext cx="3032125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00" lIns="93025" spcFirstLastPara="1" rIns="93025" wrap="square" tIns="465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7" name="Google Shape;327;p34:notes"/>
          <p:cNvSpPr/>
          <p:nvPr>
            <p:ph idx="2" type="sldImg"/>
          </p:nvPr>
        </p:nvSpPr>
        <p:spPr>
          <a:xfrm>
            <a:off x="1177925" y="696913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8" name="Google Shape;328;p34:notes"/>
          <p:cNvSpPr txBox="1"/>
          <p:nvPr>
            <p:ph idx="1" type="body"/>
          </p:nvPr>
        </p:nvSpPr>
        <p:spPr>
          <a:xfrm>
            <a:off x="931863" y="4410075"/>
            <a:ext cx="5133975" cy="41767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6500" lIns="93025" spcFirstLastPara="1" rIns="93025" wrap="square" tIns="46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35:notes"/>
          <p:cNvSpPr txBox="1"/>
          <p:nvPr>
            <p:ph idx="12" type="sldNum"/>
          </p:nvPr>
        </p:nvSpPr>
        <p:spPr>
          <a:xfrm>
            <a:off x="3965575" y="8820150"/>
            <a:ext cx="3032125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00" lIns="93025" spcFirstLastPara="1" rIns="93025" wrap="square" tIns="465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5" name="Google Shape;335;p35:notes"/>
          <p:cNvSpPr/>
          <p:nvPr>
            <p:ph idx="2" type="sldImg"/>
          </p:nvPr>
        </p:nvSpPr>
        <p:spPr>
          <a:xfrm>
            <a:off x="1177925" y="696913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6" name="Google Shape;336;p35:notes"/>
          <p:cNvSpPr txBox="1"/>
          <p:nvPr>
            <p:ph idx="1" type="body"/>
          </p:nvPr>
        </p:nvSpPr>
        <p:spPr>
          <a:xfrm>
            <a:off x="931863" y="4410075"/>
            <a:ext cx="5133975" cy="41767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6500" lIns="93025" spcFirstLastPara="1" rIns="93025" wrap="square" tIns="46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36:notes"/>
          <p:cNvSpPr txBox="1"/>
          <p:nvPr>
            <p:ph idx="12" type="sldNum"/>
          </p:nvPr>
        </p:nvSpPr>
        <p:spPr>
          <a:xfrm>
            <a:off x="3965575" y="8820150"/>
            <a:ext cx="3032125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00" lIns="93025" spcFirstLastPara="1" rIns="93025" wrap="square" tIns="465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3" name="Google Shape;343;p36:notes"/>
          <p:cNvSpPr/>
          <p:nvPr>
            <p:ph idx="2" type="sldImg"/>
          </p:nvPr>
        </p:nvSpPr>
        <p:spPr>
          <a:xfrm>
            <a:off x="1177925" y="696913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4" name="Google Shape;344;p36:notes"/>
          <p:cNvSpPr txBox="1"/>
          <p:nvPr>
            <p:ph idx="1" type="body"/>
          </p:nvPr>
        </p:nvSpPr>
        <p:spPr>
          <a:xfrm>
            <a:off x="931863" y="4410075"/>
            <a:ext cx="5133975" cy="41767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6500" lIns="93025" spcFirstLastPara="1" rIns="93025" wrap="square" tIns="46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37:notes"/>
          <p:cNvSpPr txBox="1"/>
          <p:nvPr>
            <p:ph idx="1" type="body"/>
          </p:nvPr>
        </p:nvSpPr>
        <p:spPr>
          <a:xfrm>
            <a:off x="931863" y="4410075"/>
            <a:ext cx="5133975" cy="4176713"/>
          </a:xfrm>
          <a:prstGeom prst="rect">
            <a:avLst/>
          </a:prstGeom>
        </p:spPr>
        <p:txBody>
          <a:bodyPr anchorCtr="0" anchor="ctr" bIns="46500" lIns="93025" spcFirstLastPara="1" rIns="93025" wrap="square" tIns="465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37:notes"/>
          <p:cNvSpPr/>
          <p:nvPr>
            <p:ph idx="2" type="sldImg"/>
          </p:nvPr>
        </p:nvSpPr>
        <p:spPr>
          <a:xfrm>
            <a:off x="1177925" y="696913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38:notes"/>
          <p:cNvSpPr txBox="1"/>
          <p:nvPr>
            <p:ph idx="1" type="body"/>
          </p:nvPr>
        </p:nvSpPr>
        <p:spPr>
          <a:xfrm>
            <a:off x="931863" y="4410075"/>
            <a:ext cx="5133975" cy="4176713"/>
          </a:xfrm>
          <a:prstGeom prst="rect">
            <a:avLst/>
          </a:prstGeom>
        </p:spPr>
        <p:txBody>
          <a:bodyPr anchorCtr="0" anchor="ctr" bIns="46500" lIns="93025" spcFirstLastPara="1" rIns="93025" wrap="square" tIns="465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38:notes"/>
          <p:cNvSpPr/>
          <p:nvPr>
            <p:ph idx="2" type="sldImg"/>
          </p:nvPr>
        </p:nvSpPr>
        <p:spPr>
          <a:xfrm>
            <a:off x="1177925" y="696913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39:notes"/>
          <p:cNvSpPr txBox="1"/>
          <p:nvPr>
            <p:ph idx="1" type="body"/>
          </p:nvPr>
        </p:nvSpPr>
        <p:spPr>
          <a:xfrm>
            <a:off x="931863" y="4410075"/>
            <a:ext cx="5133975" cy="4176713"/>
          </a:xfrm>
          <a:prstGeom prst="rect">
            <a:avLst/>
          </a:prstGeom>
        </p:spPr>
        <p:txBody>
          <a:bodyPr anchorCtr="0" anchor="ctr" bIns="46500" lIns="93025" spcFirstLastPara="1" rIns="93025" wrap="square" tIns="465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39:notes"/>
          <p:cNvSpPr/>
          <p:nvPr>
            <p:ph idx="2" type="sldImg"/>
          </p:nvPr>
        </p:nvSpPr>
        <p:spPr>
          <a:xfrm>
            <a:off x="1177925" y="696913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www.db-book.com/" TargetMode="External"/><Relationship Id="rId3" Type="http://schemas.openxmlformats.org/officeDocument/2006/relationships/image" Target="../media/image2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www.db-book.com/" TargetMode="External"/><Relationship Id="rId3" Type="http://schemas.openxmlformats.org/officeDocument/2006/relationships/image" Target="../media/image2.jp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" showMasterSp="0">
  <p:cSld name="1_Title Slid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1"/>
          <p:cNvSpPr txBox="1"/>
          <p:nvPr/>
        </p:nvSpPr>
        <p:spPr>
          <a:xfrm>
            <a:off x="2674938" y="5726113"/>
            <a:ext cx="3694112" cy="79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00206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Database System Concepts, 7</a:t>
            </a:r>
            <a:r>
              <a:rPr b="1" baseline="30000" lang="en-US" sz="1600">
                <a:solidFill>
                  <a:srgbClr val="00206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</a:t>
            </a:r>
            <a:r>
              <a:rPr b="1" lang="en-US" sz="1600">
                <a:solidFill>
                  <a:srgbClr val="00206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Ed</a:t>
            </a:r>
            <a:r>
              <a:rPr lang="en-US" sz="1600">
                <a:solidFill>
                  <a:srgbClr val="00206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/>
          </a:p>
          <a:p>
            <a:pPr indent="0" lvl="0" marL="0" marR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0206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©Silberschatz, Korth and Sudarshan</a:t>
            </a:r>
            <a:br>
              <a:rPr b="1" lang="en-US" sz="1200">
                <a:solidFill>
                  <a:srgbClr val="002060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1" lang="en-US" sz="1200">
                <a:solidFill>
                  <a:srgbClr val="00206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See </a:t>
            </a:r>
            <a:r>
              <a:rPr b="1" lang="en-US" sz="1200" u="sng">
                <a:solidFill>
                  <a:srgbClr val="002060"/>
                </a:solidFill>
                <a:latin typeface="Helvetica Neue"/>
                <a:ea typeface="Helvetica Neue"/>
                <a:cs typeface="Helvetica Neue"/>
                <a:sym typeface="Helvetica Neue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www.db-book.com</a:t>
            </a:r>
            <a:r>
              <a:rPr b="1" lang="en-US" sz="1200">
                <a:solidFill>
                  <a:srgbClr val="00206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for conditions on re-use </a:t>
            </a:r>
            <a:endParaRPr/>
          </a:p>
        </p:txBody>
      </p:sp>
      <p:sp>
        <p:nvSpPr>
          <p:cNvPr id="21" name="Google Shape;21;p41"/>
          <p:cNvSpPr txBox="1"/>
          <p:nvPr>
            <p:ph type="ctrTitle"/>
          </p:nvPr>
        </p:nvSpPr>
        <p:spPr>
          <a:xfrm>
            <a:off x="685800" y="22860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002060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41"/>
          <p:cNvSpPr txBox="1"/>
          <p:nvPr>
            <p:ph idx="12" type="sldNum"/>
          </p:nvPr>
        </p:nvSpPr>
        <p:spPr>
          <a:xfrm>
            <a:off x="6596063" y="62182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57896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57896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57896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57896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57896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57896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57896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57896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57896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Cover-6Ed" id="23" name="Google Shape;23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24" y="0"/>
            <a:ext cx="1331912" cy="17002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2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2"/>
          <p:cNvSpPr txBox="1"/>
          <p:nvPr>
            <p:ph idx="1" type="body"/>
          </p:nvPr>
        </p:nvSpPr>
        <p:spPr>
          <a:xfrm>
            <a:off x="437424" y="1102497"/>
            <a:ext cx="8408126" cy="53679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7345" lvl="0" marL="457200" algn="l">
              <a:spcBef>
                <a:spcPts val="595"/>
              </a:spcBef>
              <a:spcAft>
                <a:spcPts val="0"/>
              </a:spcAft>
              <a:buSzPts val="1870"/>
              <a:buFont typeface="Noto Sans Symbols"/>
              <a:buChar char="▪"/>
              <a:defRPr sz="1700"/>
            </a:lvl1pPr>
            <a:lvl2pPr indent="-347344" lvl="1" marL="914400" algn="l">
              <a:spcBef>
                <a:spcPts val="595"/>
              </a:spcBef>
              <a:spcAft>
                <a:spcPts val="0"/>
              </a:spcAft>
              <a:buSzPts val="1870"/>
              <a:buFont typeface="Arial"/>
              <a:buChar char="•"/>
              <a:defRPr sz="1700"/>
            </a:lvl2pPr>
            <a:lvl3pPr indent="-336550" lvl="2" marL="1371600" algn="l">
              <a:spcBef>
                <a:spcPts val="595"/>
              </a:spcBef>
              <a:spcAft>
                <a:spcPts val="0"/>
              </a:spcAft>
              <a:buSzPts val="1700"/>
              <a:buFont typeface="Noto Sans Symbols"/>
              <a:buChar char="▪"/>
              <a:defRPr sz="1700"/>
            </a:lvl3pPr>
            <a:lvl4pPr indent="-336550" lvl="3" marL="1828800" algn="l">
              <a:spcBef>
                <a:spcPts val="595"/>
              </a:spcBef>
              <a:spcAft>
                <a:spcPts val="0"/>
              </a:spcAft>
              <a:buSzPts val="1700"/>
              <a:buFont typeface="Arial"/>
              <a:buChar char="•"/>
              <a:defRPr sz="1700"/>
            </a:lvl4pPr>
            <a:lvl5pPr indent="-336550" lvl="4" marL="2286000" algn="l">
              <a:spcBef>
                <a:spcPts val="595"/>
              </a:spcBef>
              <a:spcAft>
                <a:spcPts val="0"/>
              </a:spcAft>
              <a:buSzPts val="1700"/>
              <a:buFont typeface="Noto Sans Symbols"/>
              <a:buChar char="▪"/>
              <a:defRPr sz="1700"/>
            </a:lvl5pPr>
            <a:lvl6pPr indent="-314325" lvl="5" marL="2743200" algn="l"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6pPr>
            <a:lvl7pPr indent="-314325" lvl="6" marL="3200400" algn="l"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7pPr>
            <a:lvl8pPr indent="-314325" lvl="7" marL="3657600" algn="l"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8pPr>
            <a:lvl9pPr indent="-314325" lvl="8" marL="4114800" algn="l"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9pPr>
          </a:lstStyle>
          <a:p/>
        </p:txBody>
      </p:sp>
      <p:sp>
        <p:nvSpPr>
          <p:cNvPr id="27" name="Google Shape;27;p42"/>
          <p:cNvSpPr txBox="1"/>
          <p:nvPr>
            <p:ph idx="12" type="sldNum"/>
          </p:nvPr>
        </p:nvSpPr>
        <p:spPr>
          <a:xfrm>
            <a:off x="6778487" y="6388691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>
  <p:cSld name="Title Slide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3"/>
          <p:cNvSpPr txBox="1"/>
          <p:nvPr/>
        </p:nvSpPr>
        <p:spPr>
          <a:xfrm>
            <a:off x="2674938" y="5726113"/>
            <a:ext cx="3694112" cy="79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00206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Database System Concepts, 7</a:t>
            </a:r>
            <a:r>
              <a:rPr b="1" baseline="30000" lang="en-US" sz="1600">
                <a:solidFill>
                  <a:srgbClr val="00206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</a:t>
            </a:r>
            <a:r>
              <a:rPr b="1" lang="en-US" sz="1600">
                <a:solidFill>
                  <a:srgbClr val="00206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Ed</a:t>
            </a:r>
            <a:r>
              <a:rPr lang="en-US" sz="1600">
                <a:solidFill>
                  <a:srgbClr val="00206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/>
          </a:p>
          <a:p>
            <a:pPr indent="0" lvl="0" marL="0" marR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0206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©Silberschatz, Korth and Sudarshan</a:t>
            </a:r>
            <a:br>
              <a:rPr b="1" lang="en-US" sz="1200">
                <a:solidFill>
                  <a:srgbClr val="002060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1" lang="en-US" sz="1200">
                <a:solidFill>
                  <a:srgbClr val="00206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See </a:t>
            </a:r>
            <a:r>
              <a:rPr b="1" lang="en-US" sz="1200" u="sng">
                <a:solidFill>
                  <a:srgbClr val="002060"/>
                </a:solidFill>
                <a:latin typeface="Helvetica Neue"/>
                <a:ea typeface="Helvetica Neue"/>
                <a:cs typeface="Helvetica Neue"/>
                <a:sym typeface="Helvetica Neue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www.db-book.com</a:t>
            </a:r>
            <a:r>
              <a:rPr b="1" lang="en-US" sz="1200">
                <a:solidFill>
                  <a:srgbClr val="00206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for conditions on re-use </a:t>
            </a:r>
            <a:endParaRPr/>
          </a:p>
        </p:txBody>
      </p:sp>
      <p:sp>
        <p:nvSpPr>
          <p:cNvPr id="30" name="Google Shape;30;p43"/>
          <p:cNvSpPr txBox="1"/>
          <p:nvPr>
            <p:ph type="ctrTitle"/>
          </p:nvPr>
        </p:nvSpPr>
        <p:spPr>
          <a:xfrm>
            <a:off x="685800" y="22860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002060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3"/>
          <p:cNvSpPr txBox="1"/>
          <p:nvPr>
            <p:ph idx="12" type="sldNum"/>
          </p:nvPr>
        </p:nvSpPr>
        <p:spPr>
          <a:xfrm>
            <a:off x="6596063" y="62182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57896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57896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57896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57896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57896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57896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57896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57896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57896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Cover-6Ed" id="32" name="Google Shape;32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2336"/>
            <a:ext cx="1331269" cy="17002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over-6Ed" id="33" name="Google Shape;33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24" y="0"/>
            <a:ext cx="1331912" cy="17002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44"/>
          <p:cNvSpPr txBox="1"/>
          <p:nvPr>
            <p:ph type="title"/>
          </p:nvPr>
        </p:nvSpPr>
        <p:spPr>
          <a:xfrm>
            <a:off x="685800" y="2447471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4"/>
          <p:cNvSpPr txBox="1"/>
          <p:nvPr>
            <p:ph idx="1" type="body"/>
          </p:nvPr>
        </p:nvSpPr>
        <p:spPr>
          <a:xfrm>
            <a:off x="974863" y="4073662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355600" lvl="0" marL="457200" algn="l">
              <a:spcBef>
                <a:spcPts val="700"/>
              </a:spcBef>
              <a:spcAft>
                <a:spcPts val="0"/>
              </a:spcAft>
              <a:buSzPts val="2000"/>
              <a:buFont typeface="Noto Sans Symbols"/>
              <a:buChar char="▪"/>
              <a:defRPr sz="2000"/>
            </a:lvl1pPr>
            <a:lvl2pPr indent="-228600" lvl="1" marL="914400" algn="l">
              <a:spcBef>
                <a:spcPts val="630"/>
              </a:spcBef>
              <a:spcAft>
                <a:spcPts val="0"/>
              </a:spcAft>
              <a:buSzPts val="1620"/>
              <a:buNone/>
              <a:defRPr sz="1800"/>
            </a:lvl2pPr>
            <a:lvl3pPr indent="-228600" lvl="2" marL="1371600" algn="l">
              <a:spcBef>
                <a:spcPts val="560"/>
              </a:spcBef>
              <a:spcAft>
                <a:spcPts val="0"/>
              </a:spcAft>
              <a:buSzPts val="1360"/>
              <a:buNone/>
              <a:defRPr sz="1600"/>
            </a:lvl3pPr>
            <a:lvl4pPr indent="-228600" lvl="3" marL="1828800" algn="l">
              <a:spcBef>
                <a:spcPts val="490"/>
              </a:spcBef>
              <a:spcAft>
                <a:spcPts val="0"/>
              </a:spcAft>
              <a:buSzPts val="1400"/>
              <a:buNone/>
              <a:defRPr sz="1400"/>
            </a:lvl4pPr>
            <a:lvl5pPr indent="-228600" lvl="4" marL="2286000" algn="l">
              <a:spcBef>
                <a:spcPts val="490"/>
              </a:spcBef>
              <a:spcAft>
                <a:spcPts val="0"/>
              </a:spcAft>
              <a:buSzPts val="1050"/>
              <a:buFont typeface="Helvetica Neue"/>
              <a:buNone/>
              <a:defRPr sz="1400"/>
            </a:lvl5pPr>
            <a:lvl6pPr indent="-228600" lvl="5" marL="2743200" algn="l">
              <a:spcBef>
                <a:spcPts val="490"/>
              </a:spcBef>
              <a:spcAft>
                <a:spcPts val="0"/>
              </a:spcAft>
              <a:buSzPts val="1050"/>
              <a:buFont typeface="Helvetica Neue"/>
              <a:buNone/>
              <a:defRPr sz="1400"/>
            </a:lvl6pPr>
            <a:lvl7pPr indent="-228600" lvl="6" marL="3200400" algn="l">
              <a:spcBef>
                <a:spcPts val="490"/>
              </a:spcBef>
              <a:spcAft>
                <a:spcPts val="0"/>
              </a:spcAft>
              <a:buSzPts val="1050"/>
              <a:buFont typeface="Helvetica Neue"/>
              <a:buNone/>
              <a:defRPr sz="1400"/>
            </a:lvl7pPr>
            <a:lvl8pPr indent="-228600" lvl="7" marL="3657600" algn="l">
              <a:spcBef>
                <a:spcPts val="490"/>
              </a:spcBef>
              <a:spcAft>
                <a:spcPts val="0"/>
              </a:spcAft>
              <a:buSzPts val="1050"/>
              <a:buFont typeface="Helvetica Neue"/>
              <a:buNone/>
              <a:defRPr sz="1400"/>
            </a:lvl8pPr>
            <a:lvl9pPr indent="-228600" lvl="8" marL="4114800" algn="l">
              <a:spcBef>
                <a:spcPts val="490"/>
              </a:spcBef>
              <a:spcAft>
                <a:spcPts val="0"/>
              </a:spcAft>
              <a:buSzPts val="1050"/>
              <a:buFont typeface="Helvetica Neue"/>
              <a:buNone/>
              <a:defRPr sz="1400"/>
            </a:lvl9pPr>
          </a:lstStyle>
          <a:p/>
        </p:txBody>
      </p:sp>
      <p:sp>
        <p:nvSpPr>
          <p:cNvPr id="37" name="Google Shape;37;p44"/>
          <p:cNvSpPr txBox="1"/>
          <p:nvPr>
            <p:ph idx="12" type="sldNum"/>
          </p:nvPr>
        </p:nvSpPr>
        <p:spPr>
          <a:xfrm>
            <a:off x="6553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45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45"/>
          <p:cNvSpPr txBox="1"/>
          <p:nvPr>
            <p:ph idx="12" type="sldNum"/>
          </p:nvPr>
        </p:nvSpPr>
        <p:spPr>
          <a:xfrm>
            <a:off x="6553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1" name="Google Shape;41;p45"/>
          <p:cNvSpPr txBox="1"/>
          <p:nvPr>
            <p:ph idx="1" type="body"/>
          </p:nvPr>
        </p:nvSpPr>
        <p:spPr>
          <a:xfrm>
            <a:off x="437424" y="1102497"/>
            <a:ext cx="3985352" cy="53679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7345" lvl="0" marL="457200" algn="l">
              <a:spcBef>
                <a:spcPts val="595"/>
              </a:spcBef>
              <a:spcAft>
                <a:spcPts val="0"/>
              </a:spcAft>
              <a:buSzPts val="1870"/>
              <a:buFont typeface="Noto Sans Symbols"/>
              <a:buChar char="▪"/>
              <a:defRPr sz="1700"/>
            </a:lvl1pPr>
            <a:lvl2pPr indent="-347344" lvl="1" marL="914400" algn="l">
              <a:spcBef>
                <a:spcPts val="595"/>
              </a:spcBef>
              <a:spcAft>
                <a:spcPts val="0"/>
              </a:spcAft>
              <a:buSzPts val="1870"/>
              <a:buFont typeface="Arial"/>
              <a:buChar char="•"/>
              <a:defRPr sz="1700"/>
            </a:lvl2pPr>
            <a:lvl3pPr indent="-336550" lvl="2" marL="1371600" algn="l">
              <a:spcBef>
                <a:spcPts val="595"/>
              </a:spcBef>
              <a:spcAft>
                <a:spcPts val="0"/>
              </a:spcAft>
              <a:buSzPts val="1700"/>
              <a:buFont typeface="Noto Sans Symbols"/>
              <a:buChar char="▪"/>
              <a:defRPr sz="1700"/>
            </a:lvl3pPr>
            <a:lvl4pPr indent="-336550" lvl="3" marL="1828800" algn="l">
              <a:spcBef>
                <a:spcPts val="595"/>
              </a:spcBef>
              <a:spcAft>
                <a:spcPts val="0"/>
              </a:spcAft>
              <a:buSzPts val="1700"/>
              <a:buFont typeface="Arial"/>
              <a:buChar char="•"/>
              <a:defRPr sz="1700"/>
            </a:lvl4pPr>
            <a:lvl5pPr indent="-336550" lvl="4" marL="2286000" algn="l">
              <a:spcBef>
                <a:spcPts val="595"/>
              </a:spcBef>
              <a:spcAft>
                <a:spcPts val="0"/>
              </a:spcAft>
              <a:buSzPts val="1700"/>
              <a:buFont typeface="Noto Sans Symbols"/>
              <a:buChar char="▪"/>
              <a:defRPr sz="1700"/>
            </a:lvl5pPr>
            <a:lvl6pPr indent="-314325" lvl="5" marL="2743200" algn="l"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6pPr>
            <a:lvl7pPr indent="-314325" lvl="6" marL="3200400" algn="l"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7pPr>
            <a:lvl8pPr indent="-314325" lvl="7" marL="3657600" algn="l"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8pPr>
            <a:lvl9pPr indent="-314325" lvl="8" marL="4114800" algn="l"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4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46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840"/>
              </a:spcBef>
              <a:spcAft>
                <a:spcPts val="0"/>
              </a:spcAft>
              <a:buSzPts val="2400"/>
              <a:buNone/>
              <a:defRPr b="1" sz="2400"/>
            </a:lvl1pPr>
            <a:lvl2pPr indent="-228600" lvl="1" marL="914400" algn="l">
              <a:spcBef>
                <a:spcPts val="700"/>
              </a:spcBef>
              <a:spcAft>
                <a:spcPts val="0"/>
              </a:spcAft>
              <a:buSzPts val="1800"/>
              <a:buNone/>
              <a:defRPr b="1" sz="2000"/>
            </a:lvl2pPr>
            <a:lvl3pPr indent="-228600" lvl="2" marL="1371600" algn="l">
              <a:spcBef>
                <a:spcPts val="630"/>
              </a:spcBef>
              <a:spcAft>
                <a:spcPts val="0"/>
              </a:spcAft>
              <a:buSzPts val="1530"/>
              <a:buNone/>
              <a:defRPr b="1" sz="1800"/>
            </a:lvl3pPr>
            <a:lvl4pPr indent="-228600" lvl="3" marL="1828800" algn="l">
              <a:spcBef>
                <a:spcPts val="56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None/>
              <a:defRPr b="1" sz="1600"/>
            </a:lvl5pPr>
            <a:lvl6pPr indent="-228600" lvl="5" marL="27432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None/>
              <a:defRPr b="1" sz="1600"/>
            </a:lvl6pPr>
            <a:lvl7pPr indent="-228600" lvl="6" marL="32004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None/>
              <a:defRPr b="1" sz="1600"/>
            </a:lvl7pPr>
            <a:lvl8pPr indent="-228600" lvl="7" marL="36576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None/>
              <a:defRPr b="1" sz="1600"/>
            </a:lvl8pPr>
            <a:lvl9pPr indent="-228600" lvl="8" marL="41148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None/>
              <a:defRPr b="1" sz="1600"/>
            </a:lvl9pPr>
          </a:lstStyle>
          <a:p/>
        </p:txBody>
      </p:sp>
      <p:sp>
        <p:nvSpPr>
          <p:cNvPr id="45" name="Google Shape;45;p46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6550" lvl="0" marL="457200" algn="l">
              <a:spcBef>
                <a:spcPts val="595"/>
              </a:spcBef>
              <a:spcAft>
                <a:spcPts val="0"/>
              </a:spcAft>
              <a:buSzPts val="1700"/>
              <a:buChar char="●"/>
              <a:defRPr sz="1700"/>
            </a:lvl1pPr>
            <a:lvl2pPr indent="-325755" lvl="1" marL="914400" algn="l">
              <a:spcBef>
                <a:spcPts val="595"/>
              </a:spcBef>
              <a:spcAft>
                <a:spcPts val="0"/>
              </a:spcAft>
              <a:buSzPts val="1530"/>
              <a:buChar char="●"/>
              <a:defRPr sz="1700"/>
            </a:lvl2pPr>
            <a:lvl3pPr indent="-320357" lvl="2" marL="1371600" algn="l">
              <a:spcBef>
                <a:spcPts val="595"/>
              </a:spcBef>
              <a:spcAft>
                <a:spcPts val="0"/>
              </a:spcAft>
              <a:buSzPts val="1445"/>
              <a:buChar char="4"/>
              <a:defRPr sz="1700"/>
            </a:lvl3pPr>
            <a:lvl4pPr indent="-336550" lvl="3" marL="1828800" algn="l">
              <a:spcBef>
                <a:spcPts val="595"/>
              </a:spcBef>
              <a:spcAft>
                <a:spcPts val="0"/>
              </a:spcAft>
              <a:buSzPts val="1700"/>
              <a:buChar char="–"/>
              <a:defRPr sz="1700"/>
            </a:lvl4pPr>
            <a:lvl5pPr indent="-309562" lvl="4" marL="2286000" algn="l">
              <a:spcBef>
                <a:spcPts val="595"/>
              </a:spcBef>
              <a:spcAft>
                <a:spcPts val="0"/>
              </a:spcAft>
              <a:buSzPts val="1275"/>
              <a:buFont typeface="Helvetica Neue"/>
              <a:buChar char="»"/>
              <a:defRPr sz="1700"/>
            </a:lvl5pPr>
            <a:lvl6pPr indent="-304800" lvl="5" marL="27432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Char char="»"/>
              <a:defRPr sz="1600"/>
            </a:lvl6pPr>
            <a:lvl7pPr indent="-304800" lvl="6" marL="32004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Char char="»"/>
              <a:defRPr sz="1600"/>
            </a:lvl7pPr>
            <a:lvl8pPr indent="-304800" lvl="7" marL="36576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Char char="»"/>
              <a:defRPr sz="1600"/>
            </a:lvl8pPr>
            <a:lvl9pPr indent="-304800" lvl="8" marL="41148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Char char="»"/>
              <a:defRPr sz="1600"/>
            </a:lvl9pPr>
          </a:lstStyle>
          <a:p/>
        </p:txBody>
      </p:sp>
      <p:sp>
        <p:nvSpPr>
          <p:cNvPr id="46" name="Google Shape;46;p46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840"/>
              </a:spcBef>
              <a:spcAft>
                <a:spcPts val="0"/>
              </a:spcAft>
              <a:buSzPts val="2400"/>
              <a:buNone/>
              <a:defRPr b="1" sz="2400"/>
            </a:lvl1pPr>
            <a:lvl2pPr indent="-228600" lvl="1" marL="914400" algn="l">
              <a:spcBef>
                <a:spcPts val="700"/>
              </a:spcBef>
              <a:spcAft>
                <a:spcPts val="0"/>
              </a:spcAft>
              <a:buSzPts val="1800"/>
              <a:buNone/>
              <a:defRPr b="1" sz="2000"/>
            </a:lvl2pPr>
            <a:lvl3pPr indent="-228600" lvl="2" marL="1371600" algn="l">
              <a:spcBef>
                <a:spcPts val="630"/>
              </a:spcBef>
              <a:spcAft>
                <a:spcPts val="0"/>
              </a:spcAft>
              <a:buSzPts val="1530"/>
              <a:buNone/>
              <a:defRPr b="1" sz="1800"/>
            </a:lvl3pPr>
            <a:lvl4pPr indent="-228600" lvl="3" marL="1828800" algn="l">
              <a:spcBef>
                <a:spcPts val="56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None/>
              <a:defRPr b="1" sz="1600"/>
            </a:lvl5pPr>
            <a:lvl6pPr indent="-228600" lvl="5" marL="27432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None/>
              <a:defRPr b="1" sz="1600"/>
            </a:lvl6pPr>
            <a:lvl7pPr indent="-228600" lvl="6" marL="32004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None/>
              <a:defRPr b="1" sz="1600"/>
            </a:lvl7pPr>
            <a:lvl8pPr indent="-228600" lvl="7" marL="36576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None/>
              <a:defRPr b="1" sz="1600"/>
            </a:lvl8pPr>
            <a:lvl9pPr indent="-228600" lvl="8" marL="41148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None/>
              <a:defRPr b="1" sz="1600"/>
            </a:lvl9pPr>
          </a:lstStyle>
          <a:p/>
        </p:txBody>
      </p:sp>
      <p:sp>
        <p:nvSpPr>
          <p:cNvPr id="47" name="Google Shape;47;p46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6550" lvl="0" marL="457200" algn="l">
              <a:spcBef>
                <a:spcPts val="595"/>
              </a:spcBef>
              <a:spcAft>
                <a:spcPts val="0"/>
              </a:spcAft>
              <a:buSzPts val="1700"/>
              <a:buChar char="●"/>
              <a:defRPr sz="1700"/>
            </a:lvl1pPr>
            <a:lvl2pPr indent="-325755" lvl="1" marL="914400" algn="l">
              <a:spcBef>
                <a:spcPts val="595"/>
              </a:spcBef>
              <a:spcAft>
                <a:spcPts val="0"/>
              </a:spcAft>
              <a:buSzPts val="1530"/>
              <a:buChar char="●"/>
              <a:defRPr sz="1700"/>
            </a:lvl2pPr>
            <a:lvl3pPr indent="-320357" lvl="2" marL="1371600" algn="l">
              <a:spcBef>
                <a:spcPts val="595"/>
              </a:spcBef>
              <a:spcAft>
                <a:spcPts val="0"/>
              </a:spcAft>
              <a:buSzPts val="1445"/>
              <a:buChar char="4"/>
              <a:defRPr sz="1700"/>
            </a:lvl3pPr>
            <a:lvl4pPr indent="-336550" lvl="3" marL="1828800" algn="l">
              <a:spcBef>
                <a:spcPts val="595"/>
              </a:spcBef>
              <a:spcAft>
                <a:spcPts val="0"/>
              </a:spcAft>
              <a:buSzPts val="1700"/>
              <a:buChar char="–"/>
              <a:defRPr sz="1700"/>
            </a:lvl4pPr>
            <a:lvl5pPr indent="-309562" lvl="4" marL="2286000" algn="l">
              <a:spcBef>
                <a:spcPts val="595"/>
              </a:spcBef>
              <a:spcAft>
                <a:spcPts val="0"/>
              </a:spcAft>
              <a:buSzPts val="1275"/>
              <a:buFont typeface="Helvetica Neue"/>
              <a:buChar char="»"/>
              <a:defRPr sz="1700"/>
            </a:lvl5pPr>
            <a:lvl6pPr indent="-304800" lvl="5" marL="27432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Char char="»"/>
              <a:defRPr sz="1600"/>
            </a:lvl6pPr>
            <a:lvl7pPr indent="-304800" lvl="6" marL="32004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Char char="»"/>
              <a:defRPr sz="1600"/>
            </a:lvl7pPr>
            <a:lvl8pPr indent="-304800" lvl="7" marL="36576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Char char="»"/>
              <a:defRPr sz="1600"/>
            </a:lvl8pPr>
            <a:lvl9pPr indent="-304800" lvl="8" marL="41148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Char char="»"/>
              <a:defRPr sz="1600"/>
            </a:lvl9pPr>
          </a:lstStyle>
          <a:p/>
        </p:txBody>
      </p:sp>
      <p:sp>
        <p:nvSpPr>
          <p:cNvPr id="48" name="Google Shape;48;p46"/>
          <p:cNvSpPr txBox="1"/>
          <p:nvPr>
            <p:ph idx="12" type="sldNum"/>
          </p:nvPr>
        </p:nvSpPr>
        <p:spPr>
          <a:xfrm>
            <a:off x="6553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7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47"/>
          <p:cNvSpPr txBox="1"/>
          <p:nvPr>
            <p:ph idx="12" type="sldNum"/>
          </p:nvPr>
        </p:nvSpPr>
        <p:spPr>
          <a:xfrm>
            <a:off x="6553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8"/>
          <p:cNvSpPr txBox="1"/>
          <p:nvPr>
            <p:ph idx="12" type="sldNum"/>
          </p:nvPr>
        </p:nvSpPr>
        <p:spPr>
          <a:xfrm>
            <a:off x="6553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4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6550" lvl="0" marL="457200" algn="l">
              <a:spcBef>
                <a:spcPts val="595"/>
              </a:spcBef>
              <a:spcAft>
                <a:spcPts val="0"/>
              </a:spcAft>
              <a:buSzPts val="1700"/>
              <a:buChar char="●"/>
              <a:defRPr sz="1700"/>
            </a:lvl1pPr>
            <a:lvl2pPr indent="-325755" lvl="1" marL="914400" algn="l">
              <a:spcBef>
                <a:spcPts val="595"/>
              </a:spcBef>
              <a:spcAft>
                <a:spcPts val="0"/>
              </a:spcAft>
              <a:buSzPts val="1530"/>
              <a:buChar char="●"/>
              <a:defRPr sz="1700"/>
            </a:lvl2pPr>
            <a:lvl3pPr indent="-320357" lvl="2" marL="1371600" algn="l">
              <a:spcBef>
                <a:spcPts val="595"/>
              </a:spcBef>
              <a:spcAft>
                <a:spcPts val="0"/>
              </a:spcAft>
              <a:buSzPts val="1445"/>
              <a:buChar char="4"/>
              <a:defRPr sz="1700"/>
            </a:lvl3pPr>
            <a:lvl4pPr indent="-336550" lvl="3" marL="1828800" algn="l">
              <a:spcBef>
                <a:spcPts val="595"/>
              </a:spcBef>
              <a:spcAft>
                <a:spcPts val="0"/>
              </a:spcAft>
              <a:buSzPts val="1700"/>
              <a:buChar char="–"/>
              <a:defRPr sz="1700"/>
            </a:lvl4pPr>
            <a:lvl5pPr indent="-309562" lvl="4" marL="2286000" algn="l">
              <a:spcBef>
                <a:spcPts val="595"/>
              </a:spcBef>
              <a:spcAft>
                <a:spcPts val="0"/>
              </a:spcAft>
              <a:buSzPts val="1275"/>
              <a:buFont typeface="Helvetica Neue"/>
              <a:buChar char="»"/>
              <a:defRPr sz="1700"/>
            </a:lvl5pPr>
            <a:lvl6pPr indent="-323850" lvl="5" marL="2743200" algn="l">
              <a:spcBef>
                <a:spcPts val="700"/>
              </a:spcBef>
              <a:spcAft>
                <a:spcPts val="0"/>
              </a:spcAft>
              <a:buSzPts val="1500"/>
              <a:buFont typeface="Helvetica Neue"/>
              <a:buChar char="»"/>
              <a:defRPr sz="2000"/>
            </a:lvl6pPr>
            <a:lvl7pPr indent="-323850" lvl="6" marL="3200400" algn="l">
              <a:spcBef>
                <a:spcPts val="700"/>
              </a:spcBef>
              <a:spcAft>
                <a:spcPts val="0"/>
              </a:spcAft>
              <a:buSzPts val="1500"/>
              <a:buFont typeface="Helvetica Neue"/>
              <a:buChar char="»"/>
              <a:defRPr sz="2000"/>
            </a:lvl7pPr>
            <a:lvl8pPr indent="-323850" lvl="7" marL="3657600" algn="l">
              <a:spcBef>
                <a:spcPts val="700"/>
              </a:spcBef>
              <a:spcAft>
                <a:spcPts val="0"/>
              </a:spcAft>
              <a:buSzPts val="1500"/>
              <a:buFont typeface="Helvetica Neue"/>
              <a:buChar char="»"/>
              <a:defRPr sz="2000"/>
            </a:lvl8pPr>
            <a:lvl9pPr indent="-323850" lvl="8" marL="4114800" algn="l">
              <a:spcBef>
                <a:spcPts val="700"/>
              </a:spcBef>
              <a:spcAft>
                <a:spcPts val="0"/>
              </a:spcAft>
              <a:buSzPts val="1500"/>
              <a:buFont typeface="Helvetica Neue"/>
              <a:buChar char="»"/>
              <a:defRPr sz="2000"/>
            </a:lvl9pPr>
          </a:lstStyle>
          <a:p/>
        </p:txBody>
      </p:sp>
      <p:sp>
        <p:nvSpPr>
          <p:cNvPr id="57" name="Google Shape;57;p4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9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spcBef>
                <a:spcPts val="420"/>
              </a:spcBef>
              <a:spcAft>
                <a:spcPts val="0"/>
              </a:spcAft>
              <a:buSzPts val="1080"/>
              <a:buNone/>
              <a:defRPr sz="1200"/>
            </a:lvl2pPr>
            <a:lvl3pPr indent="-228600" lvl="2" marL="1371600" algn="l">
              <a:spcBef>
                <a:spcPts val="350"/>
              </a:spcBef>
              <a:spcAft>
                <a:spcPts val="0"/>
              </a:spcAft>
              <a:buSzPts val="850"/>
              <a:buNone/>
              <a:defRPr sz="1000"/>
            </a:lvl3pPr>
            <a:lvl4pPr indent="-228600" lvl="3" marL="1828800" algn="l">
              <a:spcBef>
                <a:spcPts val="315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spcBef>
                <a:spcPts val="315"/>
              </a:spcBef>
              <a:spcAft>
                <a:spcPts val="0"/>
              </a:spcAft>
              <a:buSzPts val="675"/>
              <a:buFont typeface="Helvetica Neue"/>
              <a:buNone/>
              <a:defRPr sz="900"/>
            </a:lvl5pPr>
            <a:lvl6pPr indent="-228600" lvl="5" marL="2743200" algn="l">
              <a:spcBef>
                <a:spcPts val="315"/>
              </a:spcBef>
              <a:spcAft>
                <a:spcPts val="0"/>
              </a:spcAft>
              <a:buSzPts val="675"/>
              <a:buFont typeface="Helvetica Neue"/>
              <a:buNone/>
              <a:defRPr sz="900"/>
            </a:lvl6pPr>
            <a:lvl7pPr indent="-228600" lvl="6" marL="3200400" algn="l">
              <a:spcBef>
                <a:spcPts val="315"/>
              </a:spcBef>
              <a:spcAft>
                <a:spcPts val="0"/>
              </a:spcAft>
              <a:buSzPts val="675"/>
              <a:buFont typeface="Helvetica Neue"/>
              <a:buNone/>
              <a:defRPr sz="900"/>
            </a:lvl7pPr>
            <a:lvl8pPr indent="-228600" lvl="7" marL="3657600" algn="l">
              <a:spcBef>
                <a:spcPts val="315"/>
              </a:spcBef>
              <a:spcAft>
                <a:spcPts val="0"/>
              </a:spcAft>
              <a:buSzPts val="675"/>
              <a:buFont typeface="Helvetica Neue"/>
              <a:buNone/>
              <a:defRPr sz="900"/>
            </a:lvl8pPr>
            <a:lvl9pPr indent="-228600" lvl="8" marL="4114800" algn="l">
              <a:spcBef>
                <a:spcPts val="315"/>
              </a:spcBef>
              <a:spcAft>
                <a:spcPts val="0"/>
              </a:spcAft>
              <a:buSzPts val="675"/>
              <a:buFont typeface="Helvetica Neue"/>
              <a:buNone/>
              <a:defRPr sz="900"/>
            </a:lvl9pPr>
          </a:lstStyle>
          <a:p/>
        </p:txBody>
      </p:sp>
      <p:sp>
        <p:nvSpPr>
          <p:cNvPr id="58" name="Google Shape;58;p49"/>
          <p:cNvSpPr txBox="1"/>
          <p:nvPr>
            <p:ph idx="12" type="sldNum"/>
          </p:nvPr>
        </p:nvSpPr>
        <p:spPr>
          <a:xfrm>
            <a:off x="6553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5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5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2" name="Google Shape;62;p5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9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spcBef>
                <a:spcPts val="420"/>
              </a:spcBef>
              <a:spcAft>
                <a:spcPts val="0"/>
              </a:spcAft>
              <a:buSzPts val="1080"/>
              <a:buNone/>
              <a:defRPr sz="1200"/>
            </a:lvl2pPr>
            <a:lvl3pPr indent="-228600" lvl="2" marL="1371600" algn="l">
              <a:spcBef>
                <a:spcPts val="350"/>
              </a:spcBef>
              <a:spcAft>
                <a:spcPts val="0"/>
              </a:spcAft>
              <a:buSzPts val="850"/>
              <a:buNone/>
              <a:defRPr sz="1000"/>
            </a:lvl3pPr>
            <a:lvl4pPr indent="-228600" lvl="3" marL="1828800" algn="l">
              <a:spcBef>
                <a:spcPts val="315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spcBef>
                <a:spcPts val="315"/>
              </a:spcBef>
              <a:spcAft>
                <a:spcPts val="0"/>
              </a:spcAft>
              <a:buSzPts val="675"/>
              <a:buFont typeface="Helvetica Neue"/>
              <a:buNone/>
              <a:defRPr sz="900"/>
            </a:lvl5pPr>
            <a:lvl6pPr indent="-228600" lvl="5" marL="2743200" algn="l">
              <a:spcBef>
                <a:spcPts val="315"/>
              </a:spcBef>
              <a:spcAft>
                <a:spcPts val="0"/>
              </a:spcAft>
              <a:buSzPts val="675"/>
              <a:buFont typeface="Helvetica Neue"/>
              <a:buNone/>
              <a:defRPr sz="900"/>
            </a:lvl6pPr>
            <a:lvl7pPr indent="-228600" lvl="6" marL="3200400" algn="l">
              <a:spcBef>
                <a:spcPts val="315"/>
              </a:spcBef>
              <a:spcAft>
                <a:spcPts val="0"/>
              </a:spcAft>
              <a:buSzPts val="675"/>
              <a:buFont typeface="Helvetica Neue"/>
              <a:buNone/>
              <a:defRPr sz="900"/>
            </a:lvl7pPr>
            <a:lvl8pPr indent="-228600" lvl="7" marL="3657600" algn="l">
              <a:spcBef>
                <a:spcPts val="315"/>
              </a:spcBef>
              <a:spcAft>
                <a:spcPts val="0"/>
              </a:spcAft>
              <a:buSzPts val="675"/>
              <a:buFont typeface="Helvetica Neue"/>
              <a:buNone/>
              <a:defRPr sz="900"/>
            </a:lvl8pPr>
            <a:lvl9pPr indent="-228600" lvl="8" marL="4114800" algn="l">
              <a:spcBef>
                <a:spcPts val="315"/>
              </a:spcBef>
              <a:spcAft>
                <a:spcPts val="0"/>
              </a:spcAft>
              <a:buSzPts val="675"/>
              <a:buFont typeface="Helvetica Neue"/>
              <a:buNone/>
              <a:defRPr sz="900"/>
            </a:lvl9pPr>
          </a:lstStyle>
          <a:p/>
        </p:txBody>
      </p:sp>
      <p:sp>
        <p:nvSpPr>
          <p:cNvPr id="63" name="Google Shape;63;p50"/>
          <p:cNvSpPr txBox="1"/>
          <p:nvPr>
            <p:ph idx="12" type="sldNum"/>
          </p:nvPr>
        </p:nvSpPr>
        <p:spPr>
          <a:xfrm>
            <a:off x="6553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51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51"/>
          <p:cNvSpPr txBox="1"/>
          <p:nvPr>
            <p:ph idx="1" type="body"/>
          </p:nvPr>
        </p:nvSpPr>
        <p:spPr>
          <a:xfrm rot="5400000">
            <a:off x="2193132" y="-284956"/>
            <a:ext cx="4903787" cy="7661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630"/>
              </a:spcBef>
              <a:spcAft>
                <a:spcPts val="0"/>
              </a:spcAft>
              <a:buSzPts val="1800"/>
              <a:buChar char="●"/>
              <a:defRPr/>
            </a:lvl1pPr>
            <a:lvl2pPr indent="-331469" lvl="1" marL="914400" algn="l">
              <a:spcBef>
                <a:spcPts val="630"/>
              </a:spcBef>
              <a:spcAft>
                <a:spcPts val="0"/>
              </a:spcAft>
              <a:buSzPts val="1620"/>
              <a:buChar char="●"/>
              <a:defRPr/>
            </a:lvl2pPr>
            <a:lvl3pPr indent="-325755" lvl="2" marL="1371600" algn="l">
              <a:spcBef>
                <a:spcPts val="630"/>
              </a:spcBef>
              <a:spcAft>
                <a:spcPts val="0"/>
              </a:spcAft>
              <a:buSzPts val="1530"/>
              <a:buChar char="4"/>
              <a:defRPr/>
            </a:lvl3pPr>
            <a:lvl4pPr indent="-342900" lvl="3" marL="1828800" algn="l">
              <a:spcBef>
                <a:spcPts val="630"/>
              </a:spcBef>
              <a:spcAft>
                <a:spcPts val="0"/>
              </a:spcAft>
              <a:buSzPts val="1800"/>
              <a:buChar char="–"/>
              <a:defRPr/>
            </a:lvl4pPr>
            <a:lvl5pPr indent="-314325" lvl="4" marL="2286000" algn="l"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5pPr>
            <a:lvl6pPr indent="-314325" lvl="5" marL="2743200" algn="l"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6pPr>
            <a:lvl7pPr indent="-314325" lvl="6" marL="3200400" algn="l"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7pPr>
            <a:lvl8pPr indent="-314325" lvl="7" marL="3657600" algn="l"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8pPr>
            <a:lvl9pPr indent="-314325" lvl="8" marL="4114800" algn="l"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9pPr>
          </a:lstStyle>
          <a:p/>
        </p:txBody>
      </p:sp>
      <p:sp>
        <p:nvSpPr>
          <p:cNvPr id="67" name="Google Shape;67;p51"/>
          <p:cNvSpPr txBox="1"/>
          <p:nvPr>
            <p:ph idx="12" type="sldNum"/>
          </p:nvPr>
        </p:nvSpPr>
        <p:spPr>
          <a:xfrm>
            <a:off x="6553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52"/>
          <p:cNvSpPr txBox="1"/>
          <p:nvPr>
            <p:ph type="title"/>
          </p:nvPr>
        </p:nvSpPr>
        <p:spPr>
          <a:xfrm rot="5400000">
            <a:off x="4895850" y="2047875"/>
            <a:ext cx="5880100" cy="2019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52"/>
          <p:cNvSpPr txBox="1"/>
          <p:nvPr>
            <p:ph idx="1" type="body"/>
          </p:nvPr>
        </p:nvSpPr>
        <p:spPr>
          <a:xfrm rot="5400000">
            <a:off x="781050" y="104775"/>
            <a:ext cx="5880100" cy="590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630"/>
              </a:spcBef>
              <a:spcAft>
                <a:spcPts val="0"/>
              </a:spcAft>
              <a:buSzPts val="1800"/>
              <a:buChar char="●"/>
              <a:defRPr/>
            </a:lvl1pPr>
            <a:lvl2pPr indent="-331469" lvl="1" marL="914400" algn="l">
              <a:spcBef>
                <a:spcPts val="630"/>
              </a:spcBef>
              <a:spcAft>
                <a:spcPts val="0"/>
              </a:spcAft>
              <a:buSzPts val="1620"/>
              <a:buChar char="●"/>
              <a:defRPr/>
            </a:lvl2pPr>
            <a:lvl3pPr indent="-325755" lvl="2" marL="1371600" algn="l">
              <a:spcBef>
                <a:spcPts val="630"/>
              </a:spcBef>
              <a:spcAft>
                <a:spcPts val="0"/>
              </a:spcAft>
              <a:buSzPts val="1530"/>
              <a:buChar char="4"/>
              <a:defRPr/>
            </a:lvl3pPr>
            <a:lvl4pPr indent="-342900" lvl="3" marL="1828800" algn="l">
              <a:spcBef>
                <a:spcPts val="630"/>
              </a:spcBef>
              <a:spcAft>
                <a:spcPts val="0"/>
              </a:spcAft>
              <a:buSzPts val="1800"/>
              <a:buChar char="–"/>
              <a:defRPr/>
            </a:lvl4pPr>
            <a:lvl5pPr indent="-314325" lvl="4" marL="2286000" algn="l"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5pPr>
            <a:lvl6pPr indent="-314325" lvl="5" marL="2743200" algn="l"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6pPr>
            <a:lvl7pPr indent="-314325" lvl="6" marL="3200400" algn="l"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7pPr>
            <a:lvl8pPr indent="-314325" lvl="7" marL="3657600" algn="l"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8pPr>
            <a:lvl9pPr indent="-314325" lvl="8" marL="4114800" algn="l"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9pPr>
          </a:lstStyle>
          <a:p/>
        </p:txBody>
      </p:sp>
      <p:sp>
        <p:nvSpPr>
          <p:cNvPr id="71" name="Google Shape;71;p52"/>
          <p:cNvSpPr txBox="1"/>
          <p:nvPr>
            <p:ph idx="12" type="sldNum"/>
          </p:nvPr>
        </p:nvSpPr>
        <p:spPr>
          <a:xfrm>
            <a:off x="6553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ext, and Content" type="txAndObj">
  <p:cSld name="TEXT_AND_OBJEC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53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53"/>
          <p:cNvSpPr txBox="1"/>
          <p:nvPr>
            <p:ph idx="1" type="body"/>
          </p:nvPr>
        </p:nvSpPr>
        <p:spPr>
          <a:xfrm>
            <a:off x="814388" y="1093788"/>
            <a:ext cx="3754437" cy="4903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630"/>
              </a:spcBef>
              <a:spcAft>
                <a:spcPts val="0"/>
              </a:spcAft>
              <a:buSzPts val="1800"/>
              <a:buChar char="●"/>
              <a:defRPr/>
            </a:lvl1pPr>
            <a:lvl2pPr indent="-331469" lvl="1" marL="914400" algn="l">
              <a:spcBef>
                <a:spcPts val="630"/>
              </a:spcBef>
              <a:spcAft>
                <a:spcPts val="0"/>
              </a:spcAft>
              <a:buSzPts val="1620"/>
              <a:buChar char="●"/>
              <a:defRPr/>
            </a:lvl2pPr>
            <a:lvl3pPr indent="-325755" lvl="2" marL="1371600" algn="l">
              <a:spcBef>
                <a:spcPts val="630"/>
              </a:spcBef>
              <a:spcAft>
                <a:spcPts val="0"/>
              </a:spcAft>
              <a:buSzPts val="1530"/>
              <a:buChar char="4"/>
              <a:defRPr/>
            </a:lvl3pPr>
            <a:lvl4pPr indent="-342900" lvl="3" marL="1828800" algn="l">
              <a:spcBef>
                <a:spcPts val="630"/>
              </a:spcBef>
              <a:spcAft>
                <a:spcPts val="0"/>
              </a:spcAft>
              <a:buSzPts val="1800"/>
              <a:buChar char="–"/>
              <a:defRPr/>
            </a:lvl4pPr>
            <a:lvl5pPr indent="-314325" lvl="4" marL="2286000" algn="l"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5pPr>
            <a:lvl6pPr indent="-314325" lvl="5" marL="2743200" algn="l"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6pPr>
            <a:lvl7pPr indent="-314325" lvl="6" marL="3200400" algn="l"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7pPr>
            <a:lvl8pPr indent="-314325" lvl="7" marL="3657600" algn="l"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8pPr>
            <a:lvl9pPr indent="-314325" lvl="8" marL="4114800" algn="l"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9pPr>
          </a:lstStyle>
          <a:p/>
        </p:txBody>
      </p:sp>
      <p:sp>
        <p:nvSpPr>
          <p:cNvPr id="75" name="Google Shape;75;p53"/>
          <p:cNvSpPr txBox="1"/>
          <p:nvPr>
            <p:ph idx="2" type="body"/>
          </p:nvPr>
        </p:nvSpPr>
        <p:spPr>
          <a:xfrm>
            <a:off x="4721225" y="1093788"/>
            <a:ext cx="3754438" cy="4903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630"/>
              </a:spcBef>
              <a:spcAft>
                <a:spcPts val="0"/>
              </a:spcAft>
              <a:buSzPts val="1800"/>
              <a:buChar char="●"/>
              <a:defRPr/>
            </a:lvl1pPr>
            <a:lvl2pPr indent="-331469" lvl="1" marL="914400" algn="l">
              <a:spcBef>
                <a:spcPts val="630"/>
              </a:spcBef>
              <a:spcAft>
                <a:spcPts val="0"/>
              </a:spcAft>
              <a:buSzPts val="1620"/>
              <a:buChar char="●"/>
              <a:defRPr/>
            </a:lvl2pPr>
            <a:lvl3pPr indent="-325755" lvl="2" marL="1371600" algn="l">
              <a:spcBef>
                <a:spcPts val="630"/>
              </a:spcBef>
              <a:spcAft>
                <a:spcPts val="0"/>
              </a:spcAft>
              <a:buSzPts val="1530"/>
              <a:buChar char="4"/>
              <a:defRPr/>
            </a:lvl3pPr>
            <a:lvl4pPr indent="-342900" lvl="3" marL="1828800" algn="l">
              <a:spcBef>
                <a:spcPts val="630"/>
              </a:spcBef>
              <a:spcAft>
                <a:spcPts val="0"/>
              </a:spcAft>
              <a:buSzPts val="1800"/>
              <a:buChar char="–"/>
              <a:defRPr/>
            </a:lvl4pPr>
            <a:lvl5pPr indent="-314325" lvl="4" marL="2286000" algn="l"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5pPr>
            <a:lvl6pPr indent="-314325" lvl="5" marL="2743200" algn="l"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6pPr>
            <a:lvl7pPr indent="-314325" lvl="6" marL="3200400" algn="l"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7pPr>
            <a:lvl8pPr indent="-314325" lvl="7" marL="3657600" algn="l"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8pPr>
            <a:lvl9pPr indent="-314325" lvl="8" marL="4114800" algn="l"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9pPr>
          </a:lstStyle>
          <a:p/>
        </p:txBody>
      </p:sp>
      <p:sp>
        <p:nvSpPr>
          <p:cNvPr id="76" name="Google Shape;76;p53"/>
          <p:cNvSpPr txBox="1"/>
          <p:nvPr>
            <p:ph idx="12" type="sldNum"/>
          </p:nvPr>
        </p:nvSpPr>
        <p:spPr>
          <a:xfrm>
            <a:off x="6553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2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theme" Target="../theme/theme2.xml"/><Relationship Id="rId14" Type="http://schemas.openxmlformats.org/officeDocument/2006/relationships/slideLayout" Target="../slideLayouts/slideLayout1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0"/>
          <p:cNvSpPr txBox="1"/>
          <p:nvPr>
            <p:ph idx="1" type="body"/>
          </p:nvPr>
        </p:nvSpPr>
        <p:spPr>
          <a:xfrm>
            <a:off x="814388" y="1093788"/>
            <a:ext cx="7661275" cy="4903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6550" lvl="0" marL="457200" marR="0" rtl="0" algn="l">
              <a:spcBef>
                <a:spcPts val="595"/>
              </a:spcBef>
              <a:spcAft>
                <a:spcPts val="0"/>
              </a:spcAft>
              <a:buClr>
                <a:srgbClr val="002060"/>
              </a:buClr>
              <a:buSzPts val="1700"/>
              <a:buFont typeface="Arial"/>
              <a:buChar char="●"/>
              <a:defRPr b="0" i="0" sz="17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25755" lvl="1" marL="914400" marR="0" rtl="0" algn="l">
              <a:spcBef>
                <a:spcPts val="595"/>
              </a:spcBef>
              <a:spcAft>
                <a:spcPts val="0"/>
              </a:spcAft>
              <a:buClr>
                <a:srgbClr val="FF9933"/>
              </a:buClr>
              <a:buSzPts val="1530"/>
              <a:buFont typeface="Arial"/>
              <a:buChar char="●"/>
              <a:defRPr b="0" i="0" sz="17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320357" lvl="2" marL="1371600" marR="0" rtl="0" algn="l">
              <a:spcBef>
                <a:spcPts val="595"/>
              </a:spcBef>
              <a:spcAft>
                <a:spcPts val="0"/>
              </a:spcAft>
              <a:buClr>
                <a:srgbClr val="33CC33"/>
              </a:buClr>
              <a:buSzPts val="1445"/>
              <a:buFont typeface="Arimo"/>
              <a:buChar char="4"/>
              <a:defRPr b="0" i="0" sz="17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336550" lvl="3" marL="1828800" marR="0" rtl="0" algn="l">
              <a:spcBef>
                <a:spcPts val="595"/>
              </a:spcBef>
              <a:spcAft>
                <a:spcPts val="0"/>
              </a:spcAft>
              <a:buClr>
                <a:schemeClr val="hlink"/>
              </a:buClr>
              <a:buSzPts val="1700"/>
              <a:buFont typeface="Times New Roman"/>
              <a:buChar char="–"/>
              <a:defRPr b="0" i="0" sz="17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309562" lvl="4" marL="2286000" marR="0" rtl="0" algn="l">
              <a:spcBef>
                <a:spcPts val="595"/>
              </a:spcBef>
              <a:spcAft>
                <a:spcPts val="0"/>
              </a:spcAft>
              <a:buClr>
                <a:schemeClr val="dk2"/>
              </a:buClr>
              <a:buSzPts val="1275"/>
              <a:buFont typeface="Helvetica Neue"/>
              <a:buChar char="»"/>
              <a:defRPr b="0" i="0" sz="17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314325" lvl="5" marL="2743200" marR="0" rtl="0" algn="l"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350"/>
              <a:buFont typeface="Helvetica Neue"/>
              <a:buChar char="»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314325" lvl="6" marL="3200400" marR="0" rtl="0" algn="l"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350"/>
              <a:buFont typeface="Helvetica Neue"/>
              <a:buChar char="»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314325" lvl="7" marL="3657600" marR="0" rtl="0" algn="l"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350"/>
              <a:buFont typeface="Helvetica Neue"/>
              <a:buChar char="»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314325" lvl="8" marL="4114800" marR="0" rtl="0" algn="l"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350"/>
              <a:buFont typeface="Helvetica Neue"/>
              <a:buChar char="»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11" name="Google Shape;11;p40"/>
          <p:cNvSpPr txBox="1"/>
          <p:nvPr>
            <p:ph idx="12" type="sldNum"/>
          </p:nvPr>
        </p:nvSpPr>
        <p:spPr>
          <a:xfrm>
            <a:off x="6553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" name="Google Shape;12;p40"/>
          <p:cNvSpPr txBox="1"/>
          <p:nvPr/>
        </p:nvSpPr>
        <p:spPr>
          <a:xfrm>
            <a:off x="6762750" y="6613525"/>
            <a:ext cx="2381250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0206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©Silberschatz, Korth and Sudarshan</a:t>
            </a:r>
            <a:endParaRPr/>
          </a:p>
        </p:txBody>
      </p:sp>
      <p:sp>
        <p:nvSpPr>
          <p:cNvPr id="13" name="Google Shape;13;p40"/>
          <p:cNvSpPr txBox="1"/>
          <p:nvPr/>
        </p:nvSpPr>
        <p:spPr>
          <a:xfrm>
            <a:off x="4444717" y="6613525"/>
            <a:ext cx="518092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0206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17.</a:t>
            </a:r>
            <a:fld id="{00000000-1234-1234-1234-123412341234}" type="slidenum">
              <a:rPr b="1" i="0" lang="en-US" sz="1000" u="none" cap="none" strike="noStrike">
                <a:solidFill>
                  <a:srgbClr val="00206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b="1" i="0" sz="1000" u="none" cap="none" strike="noStrike">
              <a:solidFill>
                <a:srgbClr val="00206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" name="Google Shape;14;p40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rgbClr val="00206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15" name="Google Shape;15;p40"/>
          <p:cNvSpPr txBox="1"/>
          <p:nvPr/>
        </p:nvSpPr>
        <p:spPr>
          <a:xfrm>
            <a:off x="0" y="6613525"/>
            <a:ext cx="2571750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0206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Database System Concepts - 7</a:t>
            </a:r>
            <a:r>
              <a:rPr b="1" baseline="30000" i="0" lang="en-US" sz="1000" u="none" cap="none" strike="noStrike">
                <a:solidFill>
                  <a:srgbClr val="00206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</a:t>
            </a:r>
            <a:r>
              <a:rPr b="1" i="0" lang="en-US" sz="1000" u="none" cap="none" strike="noStrike">
                <a:solidFill>
                  <a:srgbClr val="00206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Edition</a:t>
            </a:r>
            <a:endParaRPr/>
          </a:p>
        </p:txBody>
      </p:sp>
      <p:sp>
        <p:nvSpPr>
          <p:cNvPr id="16" name="Google Shape;16;p40"/>
          <p:cNvSpPr/>
          <p:nvPr/>
        </p:nvSpPr>
        <p:spPr>
          <a:xfrm>
            <a:off x="8916988" y="5445125"/>
            <a:ext cx="227012" cy="47625"/>
          </a:xfrm>
          <a:custGeom>
            <a:rect b="b" l="l" r="r" t="t"/>
            <a:pathLst>
              <a:path extrusionOk="0" h="61" w="285">
                <a:moveTo>
                  <a:pt x="2" y="61"/>
                </a:moveTo>
                <a:lnTo>
                  <a:pt x="0" y="59"/>
                </a:lnTo>
                <a:lnTo>
                  <a:pt x="0" y="55"/>
                </a:lnTo>
                <a:lnTo>
                  <a:pt x="2" y="48"/>
                </a:lnTo>
                <a:lnTo>
                  <a:pt x="5" y="40"/>
                </a:lnTo>
                <a:lnTo>
                  <a:pt x="9" y="34"/>
                </a:lnTo>
                <a:lnTo>
                  <a:pt x="13" y="31"/>
                </a:lnTo>
                <a:lnTo>
                  <a:pt x="17" y="25"/>
                </a:lnTo>
                <a:lnTo>
                  <a:pt x="24" y="21"/>
                </a:lnTo>
                <a:lnTo>
                  <a:pt x="30" y="17"/>
                </a:lnTo>
                <a:lnTo>
                  <a:pt x="40" y="13"/>
                </a:lnTo>
                <a:lnTo>
                  <a:pt x="45" y="10"/>
                </a:lnTo>
                <a:lnTo>
                  <a:pt x="51" y="8"/>
                </a:lnTo>
                <a:lnTo>
                  <a:pt x="57" y="6"/>
                </a:lnTo>
                <a:lnTo>
                  <a:pt x="64" y="6"/>
                </a:lnTo>
                <a:lnTo>
                  <a:pt x="70" y="2"/>
                </a:lnTo>
                <a:lnTo>
                  <a:pt x="78" y="2"/>
                </a:lnTo>
                <a:lnTo>
                  <a:pt x="85" y="0"/>
                </a:lnTo>
                <a:lnTo>
                  <a:pt x="93" y="0"/>
                </a:lnTo>
                <a:lnTo>
                  <a:pt x="100" y="0"/>
                </a:lnTo>
                <a:lnTo>
                  <a:pt x="110" y="0"/>
                </a:lnTo>
                <a:lnTo>
                  <a:pt x="118" y="0"/>
                </a:lnTo>
                <a:lnTo>
                  <a:pt x="129" y="0"/>
                </a:lnTo>
                <a:lnTo>
                  <a:pt x="137" y="0"/>
                </a:lnTo>
                <a:lnTo>
                  <a:pt x="146" y="2"/>
                </a:lnTo>
                <a:lnTo>
                  <a:pt x="154" y="2"/>
                </a:lnTo>
                <a:lnTo>
                  <a:pt x="163" y="4"/>
                </a:lnTo>
                <a:lnTo>
                  <a:pt x="173" y="6"/>
                </a:lnTo>
                <a:lnTo>
                  <a:pt x="182" y="8"/>
                </a:lnTo>
                <a:lnTo>
                  <a:pt x="192" y="8"/>
                </a:lnTo>
                <a:lnTo>
                  <a:pt x="201" y="12"/>
                </a:lnTo>
                <a:lnTo>
                  <a:pt x="209" y="12"/>
                </a:lnTo>
                <a:lnTo>
                  <a:pt x="216" y="13"/>
                </a:lnTo>
                <a:lnTo>
                  <a:pt x="224" y="15"/>
                </a:lnTo>
                <a:lnTo>
                  <a:pt x="234" y="17"/>
                </a:lnTo>
                <a:lnTo>
                  <a:pt x="239" y="19"/>
                </a:lnTo>
                <a:lnTo>
                  <a:pt x="247" y="21"/>
                </a:lnTo>
                <a:lnTo>
                  <a:pt x="254" y="23"/>
                </a:lnTo>
                <a:lnTo>
                  <a:pt x="260" y="25"/>
                </a:lnTo>
                <a:lnTo>
                  <a:pt x="266" y="25"/>
                </a:lnTo>
                <a:lnTo>
                  <a:pt x="270" y="27"/>
                </a:lnTo>
                <a:lnTo>
                  <a:pt x="273" y="27"/>
                </a:lnTo>
                <a:lnTo>
                  <a:pt x="279" y="29"/>
                </a:lnTo>
                <a:lnTo>
                  <a:pt x="283" y="31"/>
                </a:lnTo>
                <a:lnTo>
                  <a:pt x="285" y="32"/>
                </a:lnTo>
                <a:lnTo>
                  <a:pt x="279" y="44"/>
                </a:lnTo>
                <a:lnTo>
                  <a:pt x="277" y="44"/>
                </a:lnTo>
                <a:lnTo>
                  <a:pt x="273" y="42"/>
                </a:lnTo>
                <a:lnTo>
                  <a:pt x="268" y="42"/>
                </a:lnTo>
                <a:lnTo>
                  <a:pt x="260" y="40"/>
                </a:lnTo>
                <a:lnTo>
                  <a:pt x="251" y="38"/>
                </a:lnTo>
                <a:lnTo>
                  <a:pt x="241" y="36"/>
                </a:lnTo>
                <a:lnTo>
                  <a:pt x="235" y="34"/>
                </a:lnTo>
                <a:lnTo>
                  <a:pt x="230" y="34"/>
                </a:lnTo>
                <a:lnTo>
                  <a:pt x="224" y="32"/>
                </a:lnTo>
                <a:lnTo>
                  <a:pt x="218" y="32"/>
                </a:lnTo>
                <a:lnTo>
                  <a:pt x="213" y="31"/>
                </a:lnTo>
                <a:lnTo>
                  <a:pt x="207" y="31"/>
                </a:lnTo>
                <a:lnTo>
                  <a:pt x="201" y="29"/>
                </a:lnTo>
                <a:lnTo>
                  <a:pt x="196" y="29"/>
                </a:lnTo>
                <a:lnTo>
                  <a:pt x="190" y="27"/>
                </a:lnTo>
                <a:lnTo>
                  <a:pt x="182" y="27"/>
                </a:lnTo>
                <a:lnTo>
                  <a:pt x="178" y="25"/>
                </a:lnTo>
                <a:lnTo>
                  <a:pt x="173" y="25"/>
                </a:lnTo>
                <a:lnTo>
                  <a:pt x="167" y="23"/>
                </a:lnTo>
                <a:lnTo>
                  <a:pt x="163" y="23"/>
                </a:lnTo>
                <a:lnTo>
                  <a:pt x="158" y="21"/>
                </a:lnTo>
                <a:lnTo>
                  <a:pt x="154" y="21"/>
                </a:lnTo>
                <a:lnTo>
                  <a:pt x="148" y="19"/>
                </a:lnTo>
                <a:lnTo>
                  <a:pt x="142" y="19"/>
                </a:lnTo>
                <a:lnTo>
                  <a:pt x="144" y="48"/>
                </a:lnTo>
                <a:lnTo>
                  <a:pt x="110" y="15"/>
                </a:lnTo>
                <a:lnTo>
                  <a:pt x="118" y="48"/>
                </a:lnTo>
                <a:lnTo>
                  <a:pt x="83" y="21"/>
                </a:lnTo>
                <a:lnTo>
                  <a:pt x="91" y="48"/>
                </a:lnTo>
                <a:lnTo>
                  <a:pt x="59" y="29"/>
                </a:lnTo>
                <a:lnTo>
                  <a:pt x="57" y="29"/>
                </a:lnTo>
                <a:lnTo>
                  <a:pt x="53" y="31"/>
                </a:lnTo>
                <a:lnTo>
                  <a:pt x="49" y="31"/>
                </a:lnTo>
                <a:lnTo>
                  <a:pt x="43" y="34"/>
                </a:lnTo>
                <a:lnTo>
                  <a:pt x="38" y="36"/>
                </a:lnTo>
                <a:lnTo>
                  <a:pt x="32" y="38"/>
                </a:lnTo>
                <a:lnTo>
                  <a:pt x="26" y="42"/>
                </a:lnTo>
                <a:lnTo>
                  <a:pt x="23" y="44"/>
                </a:lnTo>
                <a:lnTo>
                  <a:pt x="15" y="50"/>
                </a:lnTo>
                <a:lnTo>
                  <a:pt x="7" y="55"/>
                </a:lnTo>
                <a:lnTo>
                  <a:pt x="4" y="59"/>
                </a:lnTo>
                <a:lnTo>
                  <a:pt x="2" y="6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descr="Cover-6Ed" id="17" name="Google Shape;17;p40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11113" y="0"/>
            <a:ext cx="639762" cy="815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over-6Ed" id="18" name="Google Shape;18;p40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11113" y="0"/>
            <a:ext cx="639762" cy="81597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7.png"/><Relationship Id="rId4" Type="http://schemas.openxmlformats.org/officeDocument/2006/relationships/image" Target="../media/image1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6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4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3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8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5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"/>
          <p:cNvSpPr txBox="1"/>
          <p:nvPr>
            <p:ph type="ctrTitle"/>
          </p:nvPr>
        </p:nvSpPr>
        <p:spPr>
          <a:xfrm>
            <a:off x="685800" y="22860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Chapter 17: Transactions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Outline</a:t>
            </a:r>
            <a:endParaRPr/>
          </a:p>
        </p:txBody>
      </p:sp>
      <p:sp>
        <p:nvSpPr>
          <p:cNvPr id="89" name="Google Shape;89;p2"/>
          <p:cNvSpPr txBox="1"/>
          <p:nvPr>
            <p:ph idx="1" type="body"/>
          </p:nvPr>
        </p:nvSpPr>
        <p:spPr>
          <a:xfrm>
            <a:off x="656948" y="1102497"/>
            <a:ext cx="7732450" cy="53679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870"/>
              <a:buFont typeface="Noto Sans Symbols"/>
              <a:buChar char="▪"/>
            </a:pPr>
            <a:r>
              <a:rPr lang="en-US"/>
              <a:t>Transaction Concept</a:t>
            </a:r>
            <a:endParaRPr/>
          </a:p>
          <a:p>
            <a:pPr indent="-342900" lvl="0" marL="342900" rtl="0" algn="l">
              <a:spcBef>
                <a:spcPts val="595"/>
              </a:spcBef>
              <a:spcAft>
                <a:spcPts val="0"/>
              </a:spcAft>
              <a:buSzPts val="1870"/>
              <a:buFont typeface="Noto Sans Symbols"/>
              <a:buChar char="▪"/>
            </a:pPr>
            <a:r>
              <a:rPr lang="en-US"/>
              <a:t>Transaction State</a:t>
            </a:r>
            <a:endParaRPr/>
          </a:p>
          <a:p>
            <a:pPr indent="-342900" lvl="0" marL="342900" rtl="0" algn="l">
              <a:spcBef>
                <a:spcPts val="595"/>
              </a:spcBef>
              <a:spcAft>
                <a:spcPts val="0"/>
              </a:spcAft>
              <a:buSzPts val="1870"/>
              <a:buFont typeface="Noto Sans Symbols"/>
              <a:buChar char="▪"/>
            </a:pPr>
            <a:r>
              <a:rPr lang="en-US"/>
              <a:t>Concurrent Executions</a:t>
            </a:r>
            <a:endParaRPr/>
          </a:p>
          <a:p>
            <a:pPr indent="-342900" lvl="0" marL="342900" rtl="0" algn="l">
              <a:spcBef>
                <a:spcPts val="595"/>
              </a:spcBef>
              <a:spcAft>
                <a:spcPts val="0"/>
              </a:spcAft>
              <a:buSzPts val="1870"/>
              <a:buFont typeface="Noto Sans Symbols"/>
              <a:buChar char="▪"/>
            </a:pPr>
            <a:r>
              <a:rPr lang="en-US"/>
              <a:t>Serializability</a:t>
            </a:r>
            <a:endParaRPr/>
          </a:p>
          <a:p>
            <a:pPr indent="-342900" lvl="0" marL="342900" rtl="0" algn="l">
              <a:spcBef>
                <a:spcPts val="595"/>
              </a:spcBef>
              <a:spcAft>
                <a:spcPts val="0"/>
              </a:spcAft>
              <a:buSzPts val="1870"/>
              <a:buFont typeface="Noto Sans Symbols"/>
              <a:buChar char="▪"/>
            </a:pPr>
            <a:r>
              <a:rPr lang="en-US"/>
              <a:t>Recoverability</a:t>
            </a:r>
            <a:endParaRPr/>
          </a:p>
          <a:p>
            <a:pPr indent="-342900" lvl="0" marL="342900" rtl="0" algn="l">
              <a:spcBef>
                <a:spcPts val="595"/>
              </a:spcBef>
              <a:spcAft>
                <a:spcPts val="0"/>
              </a:spcAft>
              <a:buSzPts val="1870"/>
              <a:buFont typeface="Noto Sans Symbols"/>
              <a:buChar char="▪"/>
            </a:pPr>
            <a:r>
              <a:rPr lang="en-US"/>
              <a:t>Implementation of Isolation</a:t>
            </a:r>
            <a:endParaRPr/>
          </a:p>
          <a:p>
            <a:pPr indent="-342900" lvl="0" marL="342900" rtl="0" algn="l">
              <a:spcBef>
                <a:spcPts val="595"/>
              </a:spcBef>
              <a:spcAft>
                <a:spcPts val="0"/>
              </a:spcAft>
              <a:buSzPts val="1870"/>
              <a:buFont typeface="Noto Sans Symbols"/>
              <a:buChar char="▪"/>
            </a:pPr>
            <a:r>
              <a:rPr lang="en-US"/>
              <a:t>Transaction Definition in SQL</a:t>
            </a:r>
            <a:endParaRPr/>
          </a:p>
          <a:p>
            <a:pPr indent="-342900" lvl="0" marL="342900" rtl="0" algn="l">
              <a:spcBef>
                <a:spcPts val="595"/>
              </a:spcBef>
              <a:spcAft>
                <a:spcPts val="0"/>
              </a:spcAft>
              <a:buSzPts val="1870"/>
              <a:buFont typeface="Noto Sans Symbols"/>
              <a:buChar char="▪"/>
            </a:pPr>
            <a:r>
              <a:rPr lang="en-US"/>
              <a:t>Testing for Serializability.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Transaction Concept</a:t>
            </a:r>
            <a:endParaRPr/>
          </a:p>
        </p:txBody>
      </p:sp>
      <p:sp>
        <p:nvSpPr>
          <p:cNvPr id="96" name="Google Shape;96;p3"/>
          <p:cNvSpPr txBox="1"/>
          <p:nvPr>
            <p:ph idx="1" type="body"/>
          </p:nvPr>
        </p:nvSpPr>
        <p:spPr>
          <a:xfrm>
            <a:off x="701336" y="1102497"/>
            <a:ext cx="7794594" cy="53679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870"/>
              <a:buFont typeface="Noto Sans Symbols"/>
              <a:buChar char="▪"/>
            </a:pPr>
            <a:r>
              <a:rPr lang="en-US"/>
              <a:t>A </a:t>
            </a:r>
            <a:r>
              <a:rPr b="1" lang="en-US">
                <a:solidFill>
                  <a:srgbClr val="000099"/>
                </a:solidFill>
              </a:rPr>
              <a:t>transaction</a:t>
            </a:r>
            <a:r>
              <a:rPr i="1" lang="en-US"/>
              <a:t> </a:t>
            </a:r>
            <a:r>
              <a:rPr lang="en-US"/>
              <a:t>is a </a:t>
            </a:r>
            <a:r>
              <a:rPr i="1" lang="en-US"/>
              <a:t>unit </a:t>
            </a:r>
            <a:r>
              <a:rPr lang="en-US"/>
              <a:t>of program execution that accesses and  possibly updates various data items.</a:t>
            </a:r>
            <a:endParaRPr/>
          </a:p>
          <a:p>
            <a:pPr indent="-342900" lvl="0" marL="342900" rtl="0" algn="l">
              <a:spcBef>
                <a:spcPts val="595"/>
              </a:spcBef>
              <a:spcAft>
                <a:spcPts val="0"/>
              </a:spcAft>
              <a:buSzPts val="1870"/>
              <a:buFont typeface="Noto Sans Symbols"/>
              <a:buChar char="▪"/>
            </a:pPr>
            <a:r>
              <a:rPr lang="en-US"/>
              <a:t>E.g., transaction to transfer $50 from account A to account B: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SzPts val="1760"/>
              <a:buFont typeface="Arial"/>
              <a:buNone/>
            </a:pPr>
            <a:r>
              <a:rPr lang="en-US" sz="1600"/>
              <a:t>1.	</a:t>
            </a:r>
            <a:r>
              <a:rPr b="1" lang="en-US" sz="1600"/>
              <a:t>read</a:t>
            </a:r>
            <a:r>
              <a:rPr lang="en-US" sz="1600"/>
              <a:t>(</a:t>
            </a:r>
            <a:r>
              <a:rPr i="1" lang="en-US" sz="1600"/>
              <a:t>A</a:t>
            </a:r>
            <a:r>
              <a:rPr lang="en-US" sz="1600"/>
              <a:t>)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SzPts val="1760"/>
              <a:buFont typeface="Arial"/>
              <a:buNone/>
            </a:pPr>
            <a:r>
              <a:rPr lang="en-US" sz="1600"/>
              <a:t>2.	</a:t>
            </a:r>
            <a:r>
              <a:rPr i="1" lang="en-US" sz="1600"/>
              <a:t>A</a:t>
            </a:r>
            <a:r>
              <a:rPr lang="en-US" sz="1600"/>
              <a:t> := </a:t>
            </a:r>
            <a:r>
              <a:rPr i="1" lang="en-US" sz="1600"/>
              <a:t>A – </a:t>
            </a:r>
            <a:r>
              <a:rPr lang="en-US" sz="1600"/>
              <a:t>50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SzPts val="1760"/>
              <a:buFont typeface="Arial"/>
              <a:buNone/>
            </a:pPr>
            <a:r>
              <a:rPr lang="en-US" sz="1600"/>
              <a:t>3.	</a:t>
            </a:r>
            <a:r>
              <a:rPr b="1" lang="en-US" sz="1600"/>
              <a:t>write</a:t>
            </a:r>
            <a:r>
              <a:rPr lang="en-US" sz="1600"/>
              <a:t>(</a:t>
            </a:r>
            <a:r>
              <a:rPr i="1" lang="en-US" sz="1600"/>
              <a:t>A</a:t>
            </a:r>
            <a:r>
              <a:rPr lang="en-US" sz="1600"/>
              <a:t>)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SzPts val="1760"/>
              <a:buFont typeface="Arial"/>
              <a:buNone/>
            </a:pPr>
            <a:r>
              <a:rPr lang="en-US" sz="1600"/>
              <a:t>4.	</a:t>
            </a:r>
            <a:r>
              <a:rPr b="1" lang="en-US" sz="1600"/>
              <a:t>read</a:t>
            </a:r>
            <a:r>
              <a:rPr lang="en-US" sz="1600"/>
              <a:t>(</a:t>
            </a:r>
            <a:r>
              <a:rPr i="1" lang="en-US" sz="1600"/>
              <a:t>B</a:t>
            </a:r>
            <a:r>
              <a:rPr lang="en-US" sz="1600"/>
              <a:t>)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SzPts val="1760"/>
              <a:buFont typeface="Arial"/>
              <a:buNone/>
            </a:pPr>
            <a:r>
              <a:rPr lang="en-US" sz="1600"/>
              <a:t>5.	</a:t>
            </a:r>
            <a:r>
              <a:rPr i="1" lang="en-US" sz="1600"/>
              <a:t>B</a:t>
            </a:r>
            <a:r>
              <a:rPr lang="en-US" sz="1600"/>
              <a:t> := </a:t>
            </a:r>
            <a:r>
              <a:rPr i="1" lang="en-US" sz="1600"/>
              <a:t>B + </a:t>
            </a:r>
            <a:r>
              <a:rPr lang="en-US" sz="1600"/>
              <a:t>50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SzPts val="1760"/>
              <a:buFont typeface="Arial"/>
              <a:buNone/>
            </a:pPr>
            <a:r>
              <a:rPr lang="en-US" sz="1600"/>
              <a:t>6.	</a:t>
            </a:r>
            <a:r>
              <a:rPr b="1" lang="en-US" sz="1600"/>
              <a:t>write</a:t>
            </a:r>
            <a:r>
              <a:rPr lang="en-US" sz="1600"/>
              <a:t>(</a:t>
            </a:r>
            <a:r>
              <a:rPr i="1" lang="en-US" sz="1600"/>
              <a:t>B)</a:t>
            </a:r>
            <a:endParaRPr/>
          </a:p>
          <a:p>
            <a:pPr indent="-342900" lvl="0" marL="342900" rtl="0" algn="l">
              <a:spcBef>
                <a:spcPts val="595"/>
              </a:spcBef>
              <a:spcAft>
                <a:spcPts val="0"/>
              </a:spcAft>
              <a:buSzPts val="1870"/>
              <a:buFont typeface="Noto Sans Symbols"/>
              <a:buChar char="▪"/>
            </a:pPr>
            <a:r>
              <a:rPr lang="en-US"/>
              <a:t>Two main issues to deal with:</a:t>
            </a:r>
            <a:endParaRPr/>
          </a:p>
          <a:p>
            <a:pPr indent="-285750" lvl="1" marL="742950" rtl="0" algn="l">
              <a:spcBef>
                <a:spcPts val="595"/>
              </a:spcBef>
              <a:spcAft>
                <a:spcPts val="0"/>
              </a:spcAft>
              <a:buSzPts val="1870"/>
              <a:buChar char="•"/>
            </a:pPr>
            <a:r>
              <a:rPr lang="en-US"/>
              <a:t>Failures of various kinds, such as hardware failures and system crashes</a:t>
            </a:r>
            <a:endParaRPr/>
          </a:p>
          <a:p>
            <a:pPr indent="-285750" lvl="1" marL="742950" rtl="0" algn="l">
              <a:spcBef>
                <a:spcPts val="595"/>
              </a:spcBef>
              <a:spcAft>
                <a:spcPts val="0"/>
              </a:spcAft>
              <a:buSzPts val="1870"/>
              <a:buChar char="•"/>
            </a:pPr>
            <a:r>
              <a:rPr lang="en-US"/>
              <a:t>Concurrent execution of multiple transactions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Example of Fund Transfer</a:t>
            </a:r>
            <a:endParaRPr/>
          </a:p>
        </p:txBody>
      </p:sp>
      <p:sp>
        <p:nvSpPr>
          <p:cNvPr id="103" name="Google Shape;103;p4"/>
          <p:cNvSpPr txBox="1"/>
          <p:nvPr>
            <p:ph idx="1" type="body"/>
          </p:nvPr>
        </p:nvSpPr>
        <p:spPr>
          <a:xfrm>
            <a:off x="639192" y="1102497"/>
            <a:ext cx="7838983" cy="53679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760"/>
              <a:buFont typeface="Noto Sans Symbols"/>
              <a:buChar char="▪"/>
            </a:pPr>
            <a:r>
              <a:rPr lang="en-US" sz="1600"/>
              <a:t>Transaction to transfer $50 from account A to account B:</a:t>
            </a:r>
            <a:endParaRPr/>
          </a:p>
          <a:p>
            <a:pPr indent="-285750" lvl="1" marL="742950" rtl="0" algn="l">
              <a:spcBef>
                <a:spcPts val="490"/>
              </a:spcBef>
              <a:spcAft>
                <a:spcPts val="0"/>
              </a:spcAft>
              <a:buSzPts val="1540"/>
              <a:buFont typeface="Arial"/>
              <a:buNone/>
            </a:pPr>
            <a:r>
              <a:rPr lang="en-US" sz="1400"/>
              <a:t>1.	</a:t>
            </a:r>
            <a:r>
              <a:rPr b="1" lang="en-US" sz="1400"/>
              <a:t>read</a:t>
            </a:r>
            <a:r>
              <a:rPr lang="en-US" sz="1400"/>
              <a:t>(</a:t>
            </a:r>
            <a:r>
              <a:rPr i="1" lang="en-US" sz="1400"/>
              <a:t>A</a:t>
            </a:r>
            <a:r>
              <a:rPr lang="en-US" sz="1400"/>
              <a:t>)</a:t>
            </a:r>
            <a:endParaRPr/>
          </a:p>
          <a:p>
            <a:pPr indent="-285750" lvl="1" marL="742950" rtl="0" algn="l">
              <a:spcBef>
                <a:spcPts val="490"/>
              </a:spcBef>
              <a:spcAft>
                <a:spcPts val="0"/>
              </a:spcAft>
              <a:buSzPts val="1540"/>
              <a:buFont typeface="Arial"/>
              <a:buNone/>
            </a:pPr>
            <a:r>
              <a:rPr lang="en-US" sz="1400"/>
              <a:t>2.	</a:t>
            </a:r>
            <a:r>
              <a:rPr i="1" lang="en-US" sz="1400"/>
              <a:t>A</a:t>
            </a:r>
            <a:r>
              <a:rPr lang="en-US" sz="1400"/>
              <a:t> := </a:t>
            </a:r>
            <a:r>
              <a:rPr i="1" lang="en-US" sz="1400"/>
              <a:t>A – </a:t>
            </a:r>
            <a:r>
              <a:rPr lang="en-US" sz="1400"/>
              <a:t>50</a:t>
            </a:r>
            <a:endParaRPr/>
          </a:p>
          <a:p>
            <a:pPr indent="-285750" lvl="1" marL="742950" rtl="0" algn="l">
              <a:spcBef>
                <a:spcPts val="490"/>
              </a:spcBef>
              <a:spcAft>
                <a:spcPts val="0"/>
              </a:spcAft>
              <a:buSzPts val="1540"/>
              <a:buFont typeface="Arial"/>
              <a:buNone/>
            </a:pPr>
            <a:r>
              <a:rPr lang="en-US" sz="1400"/>
              <a:t>3.	</a:t>
            </a:r>
            <a:r>
              <a:rPr b="1" lang="en-US" sz="1400"/>
              <a:t>write</a:t>
            </a:r>
            <a:r>
              <a:rPr lang="en-US" sz="1400"/>
              <a:t>(</a:t>
            </a:r>
            <a:r>
              <a:rPr i="1" lang="en-US" sz="1400"/>
              <a:t>A</a:t>
            </a:r>
            <a:r>
              <a:rPr lang="en-US" sz="1400"/>
              <a:t>)</a:t>
            </a:r>
            <a:endParaRPr/>
          </a:p>
          <a:p>
            <a:pPr indent="-285750" lvl="1" marL="742950" rtl="0" algn="l">
              <a:spcBef>
                <a:spcPts val="490"/>
              </a:spcBef>
              <a:spcAft>
                <a:spcPts val="0"/>
              </a:spcAft>
              <a:buSzPts val="1540"/>
              <a:buFont typeface="Arial"/>
              <a:buNone/>
            </a:pPr>
            <a:r>
              <a:rPr lang="en-US" sz="1400"/>
              <a:t>4.	</a:t>
            </a:r>
            <a:r>
              <a:rPr b="1" lang="en-US" sz="1400"/>
              <a:t>read</a:t>
            </a:r>
            <a:r>
              <a:rPr lang="en-US" sz="1400"/>
              <a:t>(</a:t>
            </a:r>
            <a:r>
              <a:rPr i="1" lang="en-US" sz="1400"/>
              <a:t>B</a:t>
            </a:r>
            <a:r>
              <a:rPr lang="en-US" sz="1400"/>
              <a:t>)</a:t>
            </a:r>
            <a:endParaRPr/>
          </a:p>
          <a:p>
            <a:pPr indent="-285750" lvl="1" marL="742950" rtl="0" algn="l">
              <a:spcBef>
                <a:spcPts val="490"/>
              </a:spcBef>
              <a:spcAft>
                <a:spcPts val="0"/>
              </a:spcAft>
              <a:buSzPts val="1540"/>
              <a:buFont typeface="Arial"/>
              <a:buNone/>
            </a:pPr>
            <a:r>
              <a:rPr lang="en-US" sz="1400"/>
              <a:t>5.	</a:t>
            </a:r>
            <a:r>
              <a:rPr i="1" lang="en-US" sz="1400"/>
              <a:t>B</a:t>
            </a:r>
            <a:r>
              <a:rPr lang="en-US" sz="1400"/>
              <a:t> := </a:t>
            </a:r>
            <a:r>
              <a:rPr i="1" lang="en-US" sz="1400"/>
              <a:t>B + </a:t>
            </a:r>
            <a:r>
              <a:rPr lang="en-US" sz="1400"/>
              <a:t>50</a:t>
            </a:r>
            <a:endParaRPr/>
          </a:p>
          <a:p>
            <a:pPr indent="-285750" lvl="1" marL="742950" rtl="0" algn="l">
              <a:spcBef>
                <a:spcPts val="490"/>
              </a:spcBef>
              <a:spcAft>
                <a:spcPts val="0"/>
              </a:spcAft>
              <a:buSzPts val="1540"/>
              <a:buFont typeface="Arial"/>
              <a:buNone/>
            </a:pPr>
            <a:r>
              <a:rPr lang="en-US" sz="1400"/>
              <a:t>6.	</a:t>
            </a:r>
            <a:r>
              <a:rPr b="1" lang="en-US" sz="1400"/>
              <a:t>write</a:t>
            </a:r>
            <a:r>
              <a:rPr lang="en-US" sz="1400"/>
              <a:t>(</a:t>
            </a:r>
            <a:r>
              <a:rPr i="1" lang="en-US" sz="1400"/>
              <a:t>B)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1760"/>
              <a:buFont typeface="Noto Sans Symbols"/>
              <a:buChar char="▪"/>
            </a:pPr>
            <a:r>
              <a:rPr b="1" lang="en-US" sz="1600">
                <a:solidFill>
                  <a:srgbClr val="000099"/>
                </a:solidFill>
              </a:rPr>
              <a:t>Atomicity requirement</a:t>
            </a:r>
            <a:r>
              <a:rPr lang="en-US" sz="1600"/>
              <a:t> 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SzPts val="1760"/>
              <a:buChar char="•"/>
            </a:pPr>
            <a:r>
              <a:rPr lang="en-US" sz="1600"/>
              <a:t>If the transaction fails after step 3 and before step 6, money will be “lost” leading to an inconsistent database state</a:t>
            </a:r>
            <a:endParaRPr/>
          </a:p>
          <a:p>
            <a:pPr indent="-228600" lvl="2" marL="1085850" rtl="0" algn="l">
              <a:spcBef>
                <a:spcPts val="560"/>
              </a:spcBef>
              <a:spcAft>
                <a:spcPts val="0"/>
              </a:spcAft>
              <a:buSzPts val="1600"/>
              <a:buChar char="▪"/>
            </a:pPr>
            <a:r>
              <a:rPr lang="en-US" sz="1600"/>
              <a:t>Failure could be due to software or hardware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SzPts val="1760"/>
              <a:buChar char="•"/>
            </a:pPr>
            <a:r>
              <a:rPr lang="en-US" sz="1600"/>
              <a:t>The system should ensure that updates of a partially executed transaction are not reflected in the database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1760"/>
              <a:buFont typeface="Noto Sans Symbols"/>
              <a:buChar char="▪"/>
            </a:pPr>
            <a:r>
              <a:rPr b="1" lang="en-US" sz="1600">
                <a:solidFill>
                  <a:srgbClr val="000099"/>
                </a:solidFill>
              </a:rPr>
              <a:t>Durability requirement</a:t>
            </a:r>
            <a:r>
              <a:rPr lang="en-US" sz="1600"/>
              <a:t> — once the user has been notified that the transaction has completed (i.e., the transfer of the $50 has taken place), the updates to the database by the transaction must persist even if there are software or hardware failures.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Example of Fund Transfer (Cont.)</a:t>
            </a:r>
            <a:endParaRPr/>
          </a:p>
        </p:txBody>
      </p:sp>
      <p:sp>
        <p:nvSpPr>
          <p:cNvPr id="110" name="Google Shape;110;p5"/>
          <p:cNvSpPr txBox="1"/>
          <p:nvPr>
            <p:ph idx="1" type="body"/>
          </p:nvPr>
        </p:nvSpPr>
        <p:spPr>
          <a:xfrm>
            <a:off x="701336" y="1102497"/>
            <a:ext cx="7679184" cy="53679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760"/>
              <a:buFont typeface="Noto Sans Symbols"/>
              <a:buChar char="▪"/>
            </a:pPr>
            <a:r>
              <a:rPr b="1" lang="en-US" sz="1600">
                <a:solidFill>
                  <a:srgbClr val="000099"/>
                </a:solidFill>
              </a:rPr>
              <a:t>Consistency requirement</a:t>
            </a:r>
            <a:r>
              <a:rPr lang="en-US" sz="1600"/>
              <a:t> in above example: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SzPts val="1760"/>
              <a:buChar char="•"/>
            </a:pPr>
            <a:r>
              <a:rPr lang="en-US" sz="1600"/>
              <a:t> The sum of A and B is unchanged by the execution of the transaction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1760"/>
              <a:buFont typeface="Noto Sans Symbols"/>
              <a:buChar char="▪"/>
            </a:pPr>
            <a:r>
              <a:rPr lang="en-US" sz="1600"/>
              <a:t>In general, consistency requirements include 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SzPts val="1760"/>
              <a:buChar char="•"/>
            </a:pPr>
            <a:r>
              <a:rPr lang="en-US" sz="1600"/>
              <a:t>Explicitly specified integrity constraints such as primary keys and foreign keys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SzPts val="1760"/>
              <a:buChar char="•"/>
            </a:pPr>
            <a:r>
              <a:rPr lang="en-US" sz="1600"/>
              <a:t>Implicit integrity constraints</a:t>
            </a:r>
            <a:endParaRPr/>
          </a:p>
          <a:p>
            <a:pPr indent="-228600" lvl="2" marL="1085850" rtl="0" algn="l">
              <a:spcBef>
                <a:spcPts val="560"/>
              </a:spcBef>
              <a:spcAft>
                <a:spcPts val="0"/>
              </a:spcAft>
              <a:buSzPts val="1600"/>
              <a:buChar char="▪"/>
            </a:pPr>
            <a:r>
              <a:rPr lang="en-US" sz="1600"/>
              <a:t>e.g., sum of balances of all accounts, minus sum of loan amounts must equal value of cash-in-hand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SzPts val="1760"/>
              <a:buChar char="•"/>
            </a:pPr>
            <a:r>
              <a:rPr lang="en-US" sz="1600"/>
              <a:t>A transaction must see a consistent database.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SzPts val="1760"/>
              <a:buChar char="•"/>
            </a:pPr>
            <a:r>
              <a:rPr lang="en-US" sz="1600"/>
              <a:t>During transaction execution the database may be temporarily inconsistent.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SzPts val="1760"/>
              <a:buChar char="•"/>
            </a:pPr>
            <a:r>
              <a:rPr lang="en-US" sz="1600"/>
              <a:t>When the transaction completes successfully the database must be consistent</a:t>
            </a:r>
            <a:endParaRPr/>
          </a:p>
          <a:p>
            <a:pPr indent="-228600" lvl="2" marL="1085850" rtl="0" algn="l">
              <a:spcBef>
                <a:spcPts val="560"/>
              </a:spcBef>
              <a:spcAft>
                <a:spcPts val="0"/>
              </a:spcAft>
              <a:buSzPts val="1600"/>
              <a:buChar char="▪"/>
            </a:pPr>
            <a:r>
              <a:rPr lang="en-US" sz="1600"/>
              <a:t>Erroneous transaction logic can lead to inconsistency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SzPts val="1760"/>
              <a:buFont typeface="Arial"/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6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Example of Fund Transfer (Cont.)</a:t>
            </a:r>
            <a:endParaRPr/>
          </a:p>
        </p:txBody>
      </p:sp>
      <p:sp>
        <p:nvSpPr>
          <p:cNvPr id="117" name="Google Shape;117;p6"/>
          <p:cNvSpPr txBox="1"/>
          <p:nvPr>
            <p:ph idx="1" type="body"/>
          </p:nvPr>
        </p:nvSpPr>
        <p:spPr>
          <a:xfrm>
            <a:off x="692458" y="1102497"/>
            <a:ext cx="7812350" cy="53679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870"/>
              <a:buFont typeface="Noto Sans Symbols"/>
              <a:buChar char="▪"/>
            </a:pPr>
            <a:r>
              <a:rPr b="1" lang="en-US">
                <a:solidFill>
                  <a:srgbClr val="000099"/>
                </a:solidFill>
              </a:rPr>
              <a:t>Isolation requirement</a:t>
            </a:r>
            <a:r>
              <a:rPr lang="en-US"/>
              <a:t> — if between steps 3 and 6, another transaction T2 is allowed to access the partially updated database, it will see an inconsistent database (the sum  </a:t>
            </a:r>
            <a:r>
              <a:rPr i="1" lang="en-US"/>
              <a:t>A + B</a:t>
            </a:r>
            <a:r>
              <a:rPr lang="en-US"/>
              <a:t> will be less than it should be).</a:t>
            </a:r>
            <a:endParaRPr/>
          </a:p>
          <a:p>
            <a:pPr indent="0" lvl="0" marL="0" rtl="0" algn="l">
              <a:spcBef>
                <a:spcPts val="595"/>
              </a:spcBef>
              <a:spcAft>
                <a:spcPts val="0"/>
              </a:spcAft>
              <a:buSzPts val="1870"/>
              <a:buNone/>
            </a:pPr>
            <a:br>
              <a:rPr lang="en-US"/>
            </a:br>
            <a:r>
              <a:rPr lang="en-US"/>
              <a:t>              </a:t>
            </a:r>
            <a:r>
              <a:rPr b="1" lang="en-US"/>
              <a:t>T1                                        T2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1760"/>
              <a:buFont typeface="Arial"/>
              <a:buNone/>
            </a:pPr>
            <a:r>
              <a:rPr lang="en-US" sz="1600"/>
              <a:t>1.	</a:t>
            </a:r>
            <a:r>
              <a:rPr b="1" lang="en-US" sz="1600"/>
              <a:t>read</a:t>
            </a:r>
            <a:r>
              <a:rPr lang="en-US" sz="1600"/>
              <a:t>(</a:t>
            </a:r>
            <a:r>
              <a:rPr i="1" lang="en-US" sz="1600"/>
              <a:t>A</a:t>
            </a:r>
            <a:r>
              <a:rPr lang="en-US" sz="1600"/>
              <a:t>)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1760"/>
              <a:buFont typeface="Arial"/>
              <a:buNone/>
            </a:pPr>
            <a:r>
              <a:rPr lang="en-US" sz="1600"/>
              <a:t>2.	</a:t>
            </a:r>
            <a:r>
              <a:rPr i="1" lang="en-US" sz="1600"/>
              <a:t>A</a:t>
            </a:r>
            <a:r>
              <a:rPr lang="en-US" sz="1600"/>
              <a:t> := </a:t>
            </a:r>
            <a:r>
              <a:rPr i="1" lang="en-US" sz="1600"/>
              <a:t>A – </a:t>
            </a:r>
            <a:r>
              <a:rPr lang="en-US" sz="1600"/>
              <a:t>50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1760"/>
              <a:buFont typeface="Arial"/>
              <a:buNone/>
            </a:pPr>
            <a:r>
              <a:rPr lang="en-US" sz="1600"/>
              <a:t>3.	</a:t>
            </a:r>
            <a:r>
              <a:rPr b="1" lang="en-US" sz="1600"/>
              <a:t>write</a:t>
            </a:r>
            <a:r>
              <a:rPr lang="en-US" sz="1600"/>
              <a:t>(</a:t>
            </a:r>
            <a:r>
              <a:rPr i="1" lang="en-US" sz="1600"/>
              <a:t>A</a:t>
            </a:r>
            <a:r>
              <a:rPr lang="en-US" sz="1600"/>
              <a:t>)</a:t>
            </a:r>
            <a:br>
              <a:rPr lang="en-US" sz="1600"/>
            </a:br>
            <a:r>
              <a:rPr lang="en-US" sz="1600"/>
              <a:t>                                      read(A), read(B), print(A+B)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1760"/>
              <a:buFont typeface="Arial"/>
              <a:buNone/>
            </a:pPr>
            <a:r>
              <a:rPr lang="en-US" sz="1600"/>
              <a:t>4.	</a:t>
            </a:r>
            <a:r>
              <a:rPr b="1" lang="en-US" sz="1600"/>
              <a:t>read</a:t>
            </a:r>
            <a:r>
              <a:rPr lang="en-US" sz="1600"/>
              <a:t>(</a:t>
            </a:r>
            <a:r>
              <a:rPr i="1" lang="en-US" sz="1600"/>
              <a:t>B</a:t>
            </a:r>
            <a:r>
              <a:rPr lang="en-US" sz="1600"/>
              <a:t>)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1760"/>
              <a:buFont typeface="Arial"/>
              <a:buNone/>
            </a:pPr>
            <a:r>
              <a:rPr lang="en-US" sz="1600"/>
              <a:t>5.	</a:t>
            </a:r>
            <a:r>
              <a:rPr i="1" lang="en-US" sz="1600"/>
              <a:t>B</a:t>
            </a:r>
            <a:r>
              <a:rPr lang="en-US" sz="1600"/>
              <a:t> := </a:t>
            </a:r>
            <a:r>
              <a:rPr i="1" lang="en-US" sz="1600"/>
              <a:t>B + </a:t>
            </a:r>
            <a:r>
              <a:rPr lang="en-US" sz="1600"/>
              <a:t>50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1760"/>
              <a:buFont typeface="Arial"/>
              <a:buNone/>
            </a:pPr>
            <a:r>
              <a:rPr lang="en-US" sz="1600"/>
              <a:t>6.	</a:t>
            </a:r>
            <a:r>
              <a:rPr b="1" lang="en-US" sz="1600"/>
              <a:t>write</a:t>
            </a:r>
            <a:r>
              <a:rPr lang="en-US" sz="1600"/>
              <a:t>(</a:t>
            </a:r>
            <a:r>
              <a:rPr i="1" lang="en-US" sz="1600"/>
              <a:t>B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95"/>
              </a:spcBef>
              <a:spcAft>
                <a:spcPts val="0"/>
              </a:spcAft>
              <a:buSzPts val="1870"/>
              <a:buChar char="▪"/>
            </a:pPr>
            <a:r>
              <a:rPr lang="en-US"/>
              <a:t>Isolation can be ensured trivially by running transactions </a:t>
            </a:r>
            <a:r>
              <a:rPr b="1" lang="en-US">
                <a:solidFill>
                  <a:srgbClr val="000099"/>
                </a:solidFill>
              </a:rPr>
              <a:t>serially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95"/>
              </a:spcBef>
              <a:spcAft>
                <a:spcPts val="0"/>
              </a:spcAft>
              <a:buSzPts val="1870"/>
              <a:buChar char="•"/>
            </a:pPr>
            <a:r>
              <a:rPr lang="en-US"/>
              <a:t> That is, one after the other.   </a:t>
            </a:r>
            <a:endParaRPr/>
          </a:p>
          <a:p>
            <a:pPr indent="-342900" lvl="0" marL="342900" rtl="0" algn="l">
              <a:spcBef>
                <a:spcPts val="595"/>
              </a:spcBef>
              <a:spcAft>
                <a:spcPts val="0"/>
              </a:spcAft>
              <a:buSzPts val="1870"/>
              <a:buFont typeface="Noto Sans Symbols"/>
              <a:buChar char="▪"/>
            </a:pPr>
            <a:r>
              <a:rPr lang="en-US"/>
              <a:t>However, executing multiple transactions concurrently has significant benefits, as we will see later. 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7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ACID Properties</a:t>
            </a:r>
            <a:endParaRPr/>
          </a:p>
        </p:txBody>
      </p:sp>
      <p:sp>
        <p:nvSpPr>
          <p:cNvPr id="124" name="Google Shape;124;p7"/>
          <p:cNvSpPr txBox="1"/>
          <p:nvPr>
            <p:ph idx="1" type="body"/>
          </p:nvPr>
        </p:nvSpPr>
        <p:spPr>
          <a:xfrm>
            <a:off x="701336" y="1901295"/>
            <a:ext cx="7856738" cy="45691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870"/>
              <a:buFont typeface="Noto Sans Symbols"/>
              <a:buChar char="▪"/>
            </a:pPr>
            <a:r>
              <a:rPr b="1" lang="en-US">
                <a:solidFill>
                  <a:srgbClr val="000099"/>
                </a:solidFill>
              </a:rPr>
              <a:t>Atomicity</a:t>
            </a:r>
            <a:r>
              <a:rPr b="1" lang="en-US"/>
              <a:t>. </a:t>
            </a:r>
            <a:r>
              <a:rPr lang="en-US"/>
              <a:t> Either all operations of the transaction are properly reflected in the database or none are.</a:t>
            </a:r>
            <a:endParaRPr/>
          </a:p>
          <a:p>
            <a:pPr indent="-342900" lvl="0" marL="342900" rtl="0" algn="l">
              <a:spcBef>
                <a:spcPts val="595"/>
              </a:spcBef>
              <a:spcAft>
                <a:spcPts val="0"/>
              </a:spcAft>
              <a:buSzPts val="1870"/>
              <a:buFont typeface="Noto Sans Symbols"/>
              <a:buChar char="▪"/>
            </a:pPr>
            <a:r>
              <a:rPr b="1" lang="en-US">
                <a:solidFill>
                  <a:srgbClr val="000099"/>
                </a:solidFill>
              </a:rPr>
              <a:t>Consistency</a:t>
            </a:r>
            <a:r>
              <a:rPr b="1" lang="en-US"/>
              <a:t>.</a:t>
            </a:r>
            <a:r>
              <a:rPr lang="en-US"/>
              <a:t>  Execution of a transaction in isolation preserves the consistency of the database.</a:t>
            </a:r>
            <a:endParaRPr/>
          </a:p>
          <a:p>
            <a:pPr indent="-342900" lvl="0" marL="342900" rtl="0" algn="l">
              <a:spcBef>
                <a:spcPts val="595"/>
              </a:spcBef>
              <a:spcAft>
                <a:spcPts val="0"/>
              </a:spcAft>
              <a:buSzPts val="1870"/>
              <a:buFont typeface="Noto Sans Symbols"/>
              <a:buChar char="▪"/>
            </a:pPr>
            <a:r>
              <a:rPr b="1" lang="en-US">
                <a:solidFill>
                  <a:srgbClr val="000099"/>
                </a:solidFill>
              </a:rPr>
              <a:t>Isolation</a:t>
            </a:r>
            <a:r>
              <a:rPr b="1" lang="en-US"/>
              <a:t>.</a:t>
            </a:r>
            <a:r>
              <a:rPr lang="en-US"/>
              <a:t>  Although multiple transactions may execute concurrently, each transaction must be unaware of other concurrently executing transactions.  Intermediate transaction results must be hidden from other concurrently executed transactions.  </a:t>
            </a:r>
            <a:endParaRPr/>
          </a:p>
          <a:p>
            <a:pPr indent="-285750" lvl="1" marL="742950" rtl="0" algn="l">
              <a:spcBef>
                <a:spcPts val="595"/>
              </a:spcBef>
              <a:spcAft>
                <a:spcPts val="0"/>
              </a:spcAft>
              <a:buSzPts val="1870"/>
              <a:buChar char="•"/>
            </a:pPr>
            <a:r>
              <a:rPr lang="en-US"/>
              <a:t>That is, for every pair of transactions </a:t>
            </a:r>
            <a:r>
              <a:rPr i="1" lang="en-US"/>
              <a:t>T</a:t>
            </a:r>
            <a:r>
              <a:rPr baseline="-25000" i="1" lang="en-US"/>
              <a:t>i</a:t>
            </a:r>
            <a:r>
              <a:rPr i="1" lang="en-US"/>
              <a:t> </a:t>
            </a:r>
            <a:r>
              <a:rPr lang="en-US"/>
              <a:t>and </a:t>
            </a:r>
            <a:r>
              <a:rPr i="1" lang="en-US"/>
              <a:t>T</a:t>
            </a:r>
            <a:r>
              <a:rPr baseline="-25000" i="1" lang="en-US"/>
              <a:t>j</a:t>
            </a:r>
            <a:r>
              <a:rPr i="1" lang="en-US"/>
              <a:t>, </a:t>
            </a:r>
            <a:r>
              <a:rPr lang="en-US"/>
              <a:t>it appears to </a:t>
            </a:r>
            <a:r>
              <a:rPr i="1" lang="en-US"/>
              <a:t>T</a:t>
            </a:r>
            <a:r>
              <a:rPr baseline="-25000" i="1" lang="en-US"/>
              <a:t>i</a:t>
            </a:r>
            <a:r>
              <a:rPr i="1" lang="en-US"/>
              <a:t> </a:t>
            </a:r>
            <a:r>
              <a:rPr lang="en-US"/>
              <a:t>that either </a:t>
            </a:r>
            <a:r>
              <a:rPr i="1" lang="en-US"/>
              <a:t>T</a:t>
            </a:r>
            <a:r>
              <a:rPr baseline="-25000" i="1" lang="en-US"/>
              <a:t>j</a:t>
            </a:r>
            <a:r>
              <a:rPr i="1" lang="en-US"/>
              <a:t>, </a:t>
            </a:r>
            <a:r>
              <a:rPr lang="en-US"/>
              <a:t>finished execution before </a:t>
            </a:r>
            <a:r>
              <a:rPr i="1" lang="en-US"/>
              <a:t>T</a:t>
            </a:r>
            <a:r>
              <a:rPr baseline="-25000" i="1" lang="en-US"/>
              <a:t>i</a:t>
            </a:r>
            <a:r>
              <a:rPr lang="en-US"/>
              <a:t> started, or </a:t>
            </a:r>
            <a:r>
              <a:rPr i="1" lang="en-US"/>
              <a:t>T</a:t>
            </a:r>
            <a:r>
              <a:rPr baseline="-25000" i="1" lang="en-US"/>
              <a:t>j</a:t>
            </a:r>
            <a:r>
              <a:rPr lang="en-US"/>
              <a:t> started execution after </a:t>
            </a:r>
            <a:r>
              <a:rPr i="1" lang="en-US"/>
              <a:t>T</a:t>
            </a:r>
            <a:r>
              <a:rPr baseline="-25000" i="1" lang="en-US"/>
              <a:t>i</a:t>
            </a:r>
            <a:r>
              <a:rPr lang="en-US"/>
              <a:t> finished.</a:t>
            </a:r>
            <a:endParaRPr/>
          </a:p>
          <a:p>
            <a:pPr indent="-342900" lvl="0" marL="342900" rtl="0" algn="l">
              <a:spcBef>
                <a:spcPts val="595"/>
              </a:spcBef>
              <a:spcAft>
                <a:spcPts val="0"/>
              </a:spcAft>
              <a:buSzPts val="1870"/>
              <a:buFont typeface="Noto Sans Symbols"/>
              <a:buChar char="▪"/>
            </a:pPr>
            <a:r>
              <a:rPr b="1" lang="en-US">
                <a:solidFill>
                  <a:srgbClr val="000099"/>
                </a:solidFill>
              </a:rPr>
              <a:t>Durability</a:t>
            </a:r>
            <a:r>
              <a:rPr b="1" lang="en-US"/>
              <a:t>.  </a:t>
            </a:r>
            <a:r>
              <a:rPr lang="en-US"/>
              <a:t>After a transaction completes successfully, the changes it has made to the database persist, even if there are system failures. </a:t>
            </a:r>
            <a:endParaRPr i="1"/>
          </a:p>
        </p:txBody>
      </p:sp>
      <p:sp>
        <p:nvSpPr>
          <p:cNvPr id="125" name="Google Shape;125;p7"/>
          <p:cNvSpPr txBox="1"/>
          <p:nvPr/>
        </p:nvSpPr>
        <p:spPr>
          <a:xfrm>
            <a:off x="701336" y="1024131"/>
            <a:ext cx="7670307" cy="8771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 </a:t>
            </a:r>
            <a:r>
              <a:rPr b="1" lang="en-US" sz="1700">
                <a:solidFill>
                  <a:srgbClr val="0000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transaction</a:t>
            </a:r>
            <a:r>
              <a:rPr lang="en-US" sz="17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is a unit of program execution that accesses and possibly updates various data items. To preserve the integrity of data the database system must ensure: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8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Transaction State</a:t>
            </a:r>
            <a:endParaRPr/>
          </a:p>
        </p:txBody>
      </p:sp>
      <p:sp>
        <p:nvSpPr>
          <p:cNvPr id="132" name="Google Shape;132;p8"/>
          <p:cNvSpPr txBox="1"/>
          <p:nvPr>
            <p:ph idx="1" type="body"/>
          </p:nvPr>
        </p:nvSpPr>
        <p:spPr>
          <a:xfrm>
            <a:off x="674703" y="1102497"/>
            <a:ext cx="7723574" cy="53679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870"/>
              <a:buFont typeface="Noto Sans Symbols"/>
              <a:buChar char="▪"/>
            </a:pPr>
            <a:r>
              <a:rPr b="1" lang="en-US">
                <a:solidFill>
                  <a:srgbClr val="000099"/>
                </a:solidFill>
              </a:rPr>
              <a:t>Active</a:t>
            </a:r>
            <a:r>
              <a:rPr b="1" lang="en-US">
                <a:solidFill>
                  <a:schemeClr val="dk2"/>
                </a:solidFill>
              </a:rPr>
              <a:t> </a:t>
            </a:r>
            <a:r>
              <a:rPr lang="en-US"/>
              <a:t>–</a:t>
            </a:r>
            <a:r>
              <a:rPr b="1" lang="en-US">
                <a:solidFill>
                  <a:schemeClr val="dk2"/>
                </a:solidFill>
              </a:rPr>
              <a:t> </a:t>
            </a:r>
            <a:r>
              <a:rPr lang="en-US"/>
              <a:t>the initial state; the transaction stays in this state while it is executing</a:t>
            </a:r>
            <a:endParaRPr/>
          </a:p>
          <a:p>
            <a:pPr indent="-342900" lvl="0" marL="342900" rtl="0" algn="l">
              <a:spcBef>
                <a:spcPts val="595"/>
              </a:spcBef>
              <a:spcAft>
                <a:spcPts val="0"/>
              </a:spcAft>
              <a:buSzPts val="1870"/>
              <a:buFont typeface="Noto Sans Symbols"/>
              <a:buChar char="▪"/>
            </a:pPr>
            <a:r>
              <a:rPr b="1" lang="en-US">
                <a:solidFill>
                  <a:srgbClr val="000099"/>
                </a:solidFill>
              </a:rPr>
              <a:t>Partially committed</a:t>
            </a:r>
            <a:r>
              <a:rPr b="1" lang="en-US">
                <a:solidFill>
                  <a:schemeClr val="dk2"/>
                </a:solidFill>
              </a:rPr>
              <a:t> </a:t>
            </a:r>
            <a:r>
              <a:rPr lang="en-US"/>
              <a:t>–</a:t>
            </a:r>
            <a:r>
              <a:rPr b="1" lang="en-US">
                <a:solidFill>
                  <a:schemeClr val="dk2"/>
                </a:solidFill>
              </a:rPr>
              <a:t> </a:t>
            </a:r>
            <a:r>
              <a:rPr lang="en-US"/>
              <a:t>after the final statement has been executed.</a:t>
            </a:r>
            <a:endParaRPr/>
          </a:p>
          <a:p>
            <a:pPr indent="-342900" lvl="0" marL="342900" rtl="0" algn="l">
              <a:spcBef>
                <a:spcPts val="595"/>
              </a:spcBef>
              <a:spcAft>
                <a:spcPts val="0"/>
              </a:spcAft>
              <a:buSzPts val="1870"/>
              <a:buFont typeface="Noto Sans Symbols"/>
              <a:buChar char="▪"/>
            </a:pPr>
            <a:r>
              <a:rPr b="1" lang="en-US">
                <a:solidFill>
                  <a:srgbClr val="000099"/>
                </a:solidFill>
              </a:rPr>
              <a:t>Failed</a:t>
            </a:r>
            <a:r>
              <a:rPr b="1" lang="en-US">
                <a:solidFill>
                  <a:schemeClr val="dk2"/>
                </a:solidFill>
              </a:rPr>
              <a:t> </a:t>
            </a:r>
            <a:r>
              <a:rPr b="1" lang="en-US" sz="1600"/>
              <a:t>-- </a:t>
            </a:r>
            <a:r>
              <a:rPr lang="en-US"/>
              <a:t>after the discovery that normal execution can no longer proceed.</a:t>
            </a:r>
            <a:endParaRPr/>
          </a:p>
          <a:p>
            <a:pPr indent="-342900" lvl="0" marL="342900" rtl="0" algn="l">
              <a:spcBef>
                <a:spcPts val="595"/>
              </a:spcBef>
              <a:spcAft>
                <a:spcPts val="0"/>
              </a:spcAft>
              <a:buSzPts val="1870"/>
              <a:buFont typeface="Noto Sans Symbols"/>
              <a:buChar char="▪"/>
            </a:pPr>
            <a:r>
              <a:rPr b="1" lang="en-US">
                <a:solidFill>
                  <a:srgbClr val="000099"/>
                </a:solidFill>
              </a:rPr>
              <a:t>Aborted</a:t>
            </a:r>
            <a:r>
              <a:rPr b="1" lang="en-US">
                <a:solidFill>
                  <a:schemeClr val="dk2"/>
                </a:solidFill>
              </a:rPr>
              <a:t> </a:t>
            </a:r>
            <a:r>
              <a:rPr lang="en-US"/>
              <a:t>– after the transaction has been rolled back and the database restored to its state prior to the start of the transaction.  Two options after it has been aborted:</a:t>
            </a:r>
            <a:endParaRPr/>
          </a:p>
          <a:p>
            <a:pPr indent="-285750" lvl="1" marL="742950" rtl="0" algn="l">
              <a:spcBef>
                <a:spcPts val="595"/>
              </a:spcBef>
              <a:spcAft>
                <a:spcPts val="0"/>
              </a:spcAft>
              <a:buSzPts val="1870"/>
              <a:buChar char="•"/>
            </a:pPr>
            <a:r>
              <a:rPr lang="en-US"/>
              <a:t>Restart the transaction</a:t>
            </a:r>
            <a:endParaRPr/>
          </a:p>
          <a:p>
            <a:pPr indent="-228600" lvl="2" marL="1085850" rtl="0" algn="l">
              <a:spcBef>
                <a:spcPts val="595"/>
              </a:spcBef>
              <a:spcAft>
                <a:spcPts val="0"/>
              </a:spcAft>
              <a:buSzPts val="1700"/>
              <a:buChar char="▪"/>
            </a:pPr>
            <a:r>
              <a:rPr lang="en-US"/>
              <a:t> Can be done only if no internal logical error</a:t>
            </a:r>
            <a:endParaRPr/>
          </a:p>
          <a:p>
            <a:pPr indent="-285750" lvl="1" marL="742950" rtl="0" algn="l">
              <a:spcBef>
                <a:spcPts val="595"/>
              </a:spcBef>
              <a:spcAft>
                <a:spcPts val="0"/>
              </a:spcAft>
              <a:buSzPts val="1870"/>
              <a:buChar char="•"/>
            </a:pPr>
            <a:r>
              <a:rPr lang="en-US"/>
              <a:t>Kill the transaction</a:t>
            </a:r>
            <a:endParaRPr/>
          </a:p>
          <a:p>
            <a:pPr indent="-342900" lvl="0" marL="342900" rtl="0" algn="l">
              <a:spcBef>
                <a:spcPts val="595"/>
              </a:spcBef>
              <a:spcAft>
                <a:spcPts val="0"/>
              </a:spcAft>
              <a:buSzPts val="1870"/>
              <a:buFont typeface="Noto Sans Symbols"/>
              <a:buChar char="▪"/>
            </a:pPr>
            <a:r>
              <a:rPr b="1" lang="en-US">
                <a:solidFill>
                  <a:srgbClr val="000099"/>
                </a:solidFill>
              </a:rPr>
              <a:t>Committed</a:t>
            </a:r>
            <a:r>
              <a:rPr b="1" lang="en-US">
                <a:solidFill>
                  <a:schemeClr val="dk2"/>
                </a:solidFill>
              </a:rPr>
              <a:t> </a:t>
            </a:r>
            <a:r>
              <a:rPr lang="en-US"/>
              <a:t>– after successful completion.</a:t>
            </a:r>
            <a:endParaRPr/>
          </a:p>
        </p:txBody>
      </p:sp>
      <p:pic>
        <p:nvPicPr>
          <p:cNvPr id="133" name="Google Shape;133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80345" y="4058554"/>
            <a:ext cx="3088952" cy="21219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9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Concurrent Executions</a:t>
            </a:r>
            <a:endParaRPr/>
          </a:p>
        </p:txBody>
      </p:sp>
      <p:sp>
        <p:nvSpPr>
          <p:cNvPr id="140" name="Google Shape;140;p9"/>
          <p:cNvSpPr txBox="1"/>
          <p:nvPr>
            <p:ph idx="1" type="body"/>
          </p:nvPr>
        </p:nvSpPr>
        <p:spPr>
          <a:xfrm>
            <a:off x="674703" y="1102497"/>
            <a:ext cx="7714696" cy="53679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870"/>
              <a:buFont typeface="Noto Sans Symbols"/>
              <a:buChar char="▪"/>
            </a:pPr>
            <a:r>
              <a:rPr lang="en-US"/>
              <a:t>Multiple transactions are allowed to run concurrently in the system.  Advantages are:</a:t>
            </a:r>
            <a:endParaRPr/>
          </a:p>
          <a:p>
            <a:pPr indent="-285750" lvl="1" marL="742950" rtl="0" algn="l">
              <a:spcBef>
                <a:spcPts val="595"/>
              </a:spcBef>
              <a:spcAft>
                <a:spcPts val="0"/>
              </a:spcAft>
              <a:buSzPts val="1870"/>
              <a:buChar char="•"/>
            </a:pPr>
            <a:r>
              <a:rPr b="1" lang="en-US"/>
              <a:t>Increased processor and disk utilization</a:t>
            </a:r>
            <a:r>
              <a:rPr lang="en-US"/>
              <a:t>, leading to better transaction </a:t>
            </a:r>
            <a:r>
              <a:rPr i="1" lang="en-US"/>
              <a:t>throughput</a:t>
            </a:r>
            <a:endParaRPr/>
          </a:p>
          <a:p>
            <a:pPr indent="-228600" lvl="2" marL="1085850" rtl="0" algn="l">
              <a:spcBef>
                <a:spcPts val="595"/>
              </a:spcBef>
              <a:spcAft>
                <a:spcPts val="0"/>
              </a:spcAft>
              <a:buSzPts val="1700"/>
              <a:buChar char="▪"/>
            </a:pPr>
            <a:r>
              <a:rPr lang="en-US"/>
              <a:t>E.g., one transaction can be using the CPU while another is reading from or writing to the disk</a:t>
            </a:r>
            <a:endParaRPr/>
          </a:p>
          <a:p>
            <a:pPr indent="-285750" lvl="1" marL="742950" rtl="0" algn="l">
              <a:spcBef>
                <a:spcPts val="595"/>
              </a:spcBef>
              <a:spcAft>
                <a:spcPts val="0"/>
              </a:spcAft>
              <a:buSzPts val="1870"/>
              <a:buChar char="•"/>
            </a:pPr>
            <a:r>
              <a:rPr b="1" lang="en-US"/>
              <a:t>Reduced average response time</a:t>
            </a:r>
            <a:r>
              <a:rPr lang="en-US"/>
              <a:t> for transactions: short transactions need not wait behind long ones.</a:t>
            </a:r>
            <a:endParaRPr/>
          </a:p>
          <a:p>
            <a:pPr indent="-342900" lvl="0" marL="342900" rtl="0" algn="l">
              <a:spcBef>
                <a:spcPts val="595"/>
              </a:spcBef>
              <a:spcAft>
                <a:spcPts val="0"/>
              </a:spcAft>
              <a:buSzPts val="1870"/>
              <a:buFont typeface="Noto Sans Symbols"/>
              <a:buChar char="▪"/>
            </a:pPr>
            <a:r>
              <a:rPr b="1" lang="en-US">
                <a:solidFill>
                  <a:srgbClr val="000099"/>
                </a:solidFill>
              </a:rPr>
              <a:t>Concurrency control schemes</a:t>
            </a:r>
            <a:r>
              <a:rPr i="1" lang="en-US"/>
              <a:t> </a:t>
            </a:r>
            <a:r>
              <a:rPr lang="en-US"/>
              <a:t>– mechanisms  to achieve isolation</a:t>
            </a:r>
            <a:endParaRPr/>
          </a:p>
          <a:p>
            <a:pPr indent="-285750" lvl="1" marL="742950" rtl="0" algn="l">
              <a:spcBef>
                <a:spcPts val="595"/>
              </a:spcBef>
              <a:spcAft>
                <a:spcPts val="0"/>
              </a:spcAft>
              <a:buSzPts val="1870"/>
              <a:buChar char="•"/>
            </a:pPr>
            <a:r>
              <a:rPr lang="en-US"/>
              <a:t>That is, to control the interaction among the concurrent transactions in order to prevent them from destroying the consistency of the database.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0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Schedules</a:t>
            </a:r>
            <a:endParaRPr/>
          </a:p>
        </p:txBody>
      </p:sp>
      <p:sp>
        <p:nvSpPr>
          <p:cNvPr id="147" name="Google Shape;147;p10"/>
          <p:cNvSpPr txBox="1"/>
          <p:nvPr>
            <p:ph idx="1" type="body"/>
          </p:nvPr>
        </p:nvSpPr>
        <p:spPr>
          <a:xfrm>
            <a:off x="665824" y="1102497"/>
            <a:ext cx="7803473" cy="53679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870"/>
              <a:buFont typeface="Noto Sans Symbols"/>
              <a:buChar char="▪"/>
            </a:pPr>
            <a:r>
              <a:rPr b="1" lang="en-US">
                <a:solidFill>
                  <a:srgbClr val="000099"/>
                </a:solidFill>
              </a:rPr>
              <a:t>Schedule</a:t>
            </a:r>
            <a:r>
              <a:rPr b="1" lang="en-US">
                <a:solidFill>
                  <a:schemeClr val="dk2"/>
                </a:solidFill>
              </a:rPr>
              <a:t> </a:t>
            </a:r>
            <a:r>
              <a:rPr lang="en-US"/>
              <a:t>– a sequences of instructions that specify the chronological order in which instructions of concurrent transactions are executed</a:t>
            </a:r>
            <a:endParaRPr/>
          </a:p>
          <a:p>
            <a:pPr indent="-285750" lvl="1" marL="742950" rtl="0" algn="l">
              <a:spcBef>
                <a:spcPts val="595"/>
              </a:spcBef>
              <a:spcAft>
                <a:spcPts val="0"/>
              </a:spcAft>
              <a:buSzPts val="1870"/>
              <a:buChar char="•"/>
            </a:pPr>
            <a:r>
              <a:rPr lang="en-US"/>
              <a:t>A schedule for a set of transactions must consist of all instructions of those transactions</a:t>
            </a:r>
            <a:endParaRPr/>
          </a:p>
          <a:p>
            <a:pPr indent="-285750" lvl="1" marL="742950" rtl="0" algn="l">
              <a:spcBef>
                <a:spcPts val="595"/>
              </a:spcBef>
              <a:spcAft>
                <a:spcPts val="0"/>
              </a:spcAft>
              <a:buSzPts val="1870"/>
              <a:buChar char="•"/>
            </a:pPr>
            <a:r>
              <a:rPr lang="en-US"/>
              <a:t>Must preserve the order in which the instructions appear in each individual transaction.</a:t>
            </a:r>
            <a:endParaRPr/>
          </a:p>
          <a:p>
            <a:pPr indent="-342900" lvl="0" marL="342900" rtl="0" algn="l">
              <a:spcBef>
                <a:spcPts val="595"/>
              </a:spcBef>
              <a:spcAft>
                <a:spcPts val="0"/>
              </a:spcAft>
              <a:buSzPts val="1870"/>
              <a:buFont typeface="Noto Sans Symbols"/>
              <a:buChar char="▪"/>
            </a:pPr>
            <a:r>
              <a:rPr lang="en-US"/>
              <a:t>A transaction that successfully completes its execution will have a commit instructions as the last statement </a:t>
            </a:r>
            <a:endParaRPr/>
          </a:p>
          <a:p>
            <a:pPr indent="-285750" lvl="1" marL="742950" rtl="0" algn="l">
              <a:spcBef>
                <a:spcPts val="595"/>
              </a:spcBef>
              <a:spcAft>
                <a:spcPts val="0"/>
              </a:spcAft>
              <a:buSzPts val="1870"/>
              <a:buChar char="•"/>
            </a:pPr>
            <a:r>
              <a:rPr lang="en-US"/>
              <a:t>By default, transaction assumed to execute commit instruction as its last step</a:t>
            </a:r>
            <a:endParaRPr/>
          </a:p>
          <a:p>
            <a:pPr indent="-342900" lvl="0" marL="342900" rtl="0" algn="l">
              <a:spcBef>
                <a:spcPts val="595"/>
              </a:spcBef>
              <a:spcAft>
                <a:spcPts val="0"/>
              </a:spcAft>
              <a:buSzPts val="1870"/>
              <a:buFont typeface="Noto Sans Symbols"/>
              <a:buChar char="▪"/>
            </a:pPr>
            <a:r>
              <a:rPr lang="en-US"/>
              <a:t>A transaction that fails to successfully complete its execution will have an abort instruction as the last statement 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1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Schedule 1</a:t>
            </a:r>
            <a:endParaRPr/>
          </a:p>
        </p:txBody>
      </p:sp>
      <p:sp>
        <p:nvSpPr>
          <p:cNvPr id="154" name="Google Shape;154;p11"/>
          <p:cNvSpPr txBox="1"/>
          <p:nvPr>
            <p:ph idx="1" type="body"/>
          </p:nvPr>
        </p:nvSpPr>
        <p:spPr>
          <a:xfrm>
            <a:off x="648070" y="1102497"/>
            <a:ext cx="7563775" cy="53679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870"/>
              <a:buChar char="▪"/>
            </a:pPr>
            <a:r>
              <a:rPr lang="en-US"/>
              <a:t>Let </a:t>
            </a:r>
            <a:r>
              <a:rPr i="1" lang="en-US"/>
              <a:t>T</a:t>
            </a:r>
            <a:r>
              <a:rPr baseline="-25000" lang="en-US"/>
              <a:t>1</a:t>
            </a:r>
            <a:r>
              <a:rPr lang="en-US"/>
              <a:t> transfer $50 from </a:t>
            </a:r>
            <a:r>
              <a:rPr i="1" lang="en-US"/>
              <a:t>A </a:t>
            </a:r>
            <a:r>
              <a:rPr lang="en-US"/>
              <a:t>to </a:t>
            </a:r>
            <a:r>
              <a:rPr i="1" lang="en-US"/>
              <a:t>B</a:t>
            </a:r>
            <a:r>
              <a:rPr lang="en-US"/>
              <a:t>, and </a:t>
            </a:r>
            <a:r>
              <a:rPr i="1" lang="en-US"/>
              <a:t>T</a:t>
            </a:r>
            <a:r>
              <a:rPr baseline="-25000" lang="en-US"/>
              <a:t>2</a:t>
            </a:r>
            <a:r>
              <a:rPr lang="en-US"/>
              <a:t> transfer 10% of the balance from </a:t>
            </a:r>
            <a:r>
              <a:rPr i="1" lang="en-US"/>
              <a:t>A </a:t>
            </a:r>
            <a:r>
              <a:rPr lang="en-US"/>
              <a:t>to </a:t>
            </a:r>
            <a:r>
              <a:rPr i="1" lang="en-US"/>
              <a:t>B.</a:t>
            </a:r>
            <a:r>
              <a:rPr lang="en-US"/>
              <a:t>  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595"/>
              </a:spcBef>
              <a:spcAft>
                <a:spcPts val="0"/>
              </a:spcAft>
              <a:buSzPts val="1870"/>
              <a:buChar char="▪"/>
            </a:pPr>
            <a:r>
              <a:rPr lang="en-US"/>
              <a:t>A </a:t>
            </a:r>
            <a:r>
              <a:rPr lang="en-US">
                <a:solidFill>
                  <a:srgbClr val="000099"/>
                </a:solidFill>
              </a:rPr>
              <a:t>serial </a:t>
            </a:r>
            <a:r>
              <a:rPr lang="en-US"/>
              <a:t>schedule in which </a:t>
            </a:r>
            <a:r>
              <a:rPr i="1" lang="en-US"/>
              <a:t>T</a:t>
            </a:r>
            <a:r>
              <a:rPr baseline="-25000" lang="en-US"/>
              <a:t>1</a:t>
            </a:r>
            <a:r>
              <a:rPr lang="en-US"/>
              <a:t> is followed by </a:t>
            </a:r>
            <a:r>
              <a:rPr i="1" lang="en-US"/>
              <a:t>T</a:t>
            </a:r>
            <a:r>
              <a:rPr baseline="-25000" lang="en-US"/>
              <a:t>2</a:t>
            </a:r>
            <a:r>
              <a:rPr lang="en-US"/>
              <a:t> :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490"/>
              </a:spcBef>
              <a:spcAft>
                <a:spcPts val="0"/>
              </a:spcAft>
              <a:buSzPts val="1540"/>
              <a:buFont typeface="Arial"/>
              <a:buNone/>
            </a:pPr>
            <a:r>
              <a:rPr lang="en-US" sz="1400"/>
              <a:t>		</a:t>
            </a:r>
            <a:endParaRPr/>
          </a:p>
        </p:txBody>
      </p:sp>
      <p:pic>
        <p:nvPicPr>
          <p:cNvPr id="155" name="Google Shape;155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25078" y="2324500"/>
            <a:ext cx="3016250" cy="3775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2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Schedule 2</a:t>
            </a:r>
            <a:endParaRPr/>
          </a:p>
        </p:txBody>
      </p:sp>
      <p:sp>
        <p:nvSpPr>
          <p:cNvPr id="162" name="Google Shape;162;p12"/>
          <p:cNvSpPr txBox="1"/>
          <p:nvPr>
            <p:ph idx="1" type="body"/>
          </p:nvPr>
        </p:nvSpPr>
        <p:spPr>
          <a:xfrm>
            <a:off x="692458" y="1102497"/>
            <a:ext cx="8153092" cy="53679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70"/>
              <a:buChar char="▪"/>
            </a:pPr>
            <a:r>
              <a:rPr lang="en-US"/>
              <a:t>A serial schedule where </a:t>
            </a:r>
            <a:r>
              <a:rPr i="1" lang="en-US"/>
              <a:t>T</a:t>
            </a:r>
            <a:r>
              <a:rPr baseline="-25000" i="1" lang="en-US"/>
              <a:t>2</a:t>
            </a:r>
            <a:r>
              <a:rPr lang="en-US"/>
              <a:t> is followed by </a:t>
            </a:r>
            <a:r>
              <a:rPr i="1" lang="en-US"/>
              <a:t>T</a:t>
            </a:r>
            <a:r>
              <a:rPr baseline="-25000" lang="en-US"/>
              <a:t>1</a:t>
            </a:r>
            <a:endParaRPr/>
          </a:p>
          <a:p>
            <a:pPr indent="-224155" lvl="0" marL="342900" rtl="0" algn="l">
              <a:lnSpc>
                <a:spcPct val="90000"/>
              </a:lnSpc>
              <a:spcBef>
                <a:spcPts val="595"/>
              </a:spcBef>
              <a:spcAft>
                <a:spcPts val="0"/>
              </a:spcAft>
              <a:buSzPts val="1870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95"/>
              </a:spcBef>
              <a:spcAft>
                <a:spcPts val="0"/>
              </a:spcAft>
              <a:buSzPts val="1870"/>
              <a:buFont typeface="Arial"/>
              <a:buNone/>
            </a:pPr>
            <a:r>
              <a:rPr lang="en-US"/>
              <a:t>		</a:t>
            </a:r>
            <a:endParaRPr i="1"/>
          </a:p>
        </p:txBody>
      </p:sp>
      <p:pic>
        <p:nvPicPr>
          <p:cNvPr id="163" name="Google Shape;163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03500" y="1738313"/>
            <a:ext cx="2898775" cy="360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3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Schedule 3</a:t>
            </a:r>
            <a:endParaRPr/>
          </a:p>
        </p:txBody>
      </p:sp>
      <p:sp>
        <p:nvSpPr>
          <p:cNvPr id="170" name="Google Shape;170;p13"/>
          <p:cNvSpPr txBox="1"/>
          <p:nvPr>
            <p:ph idx="1" type="body"/>
          </p:nvPr>
        </p:nvSpPr>
        <p:spPr>
          <a:xfrm>
            <a:off x="701336" y="1102497"/>
            <a:ext cx="7847860" cy="53679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870"/>
              <a:buChar char="▪"/>
            </a:pPr>
            <a:r>
              <a:rPr lang="en-US"/>
              <a:t>Let </a:t>
            </a:r>
            <a:r>
              <a:rPr i="1" lang="en-US"/>
              <a:t>T</a:t>
            </a:r>
            <a:r>
              <a:rPr baseline="-25000" lang="en-US"/>
              <a:t>1</a:t>
            </a:r>
            <a:r>
              <a:rPr lang="en-US"/>
              <a:t> and </a:t>
            </a:r>
            <a:r>
              <a:rPr i="1" lang="en-US"/>
              <a:t>T</a:t>
            </a:r>
            <a:r>
              <a:rPr baseline="-25000" lang="en-US"/>
              <a:t>2</a:t>
            </a:r>
            <a:r>
              <a:rPr lang="en-US"/>
              <a:t> be the transactions defined previously</a:t>
            </a:r>
            <a:r>
              <a:rPr i="1" lang="en-US"/>
              <a:t>.</a:t>
            </a:r>
            <a:r>
              <a:rPr lang="en-US"/>
              <a:t>  The following schedule is not a serial schedule, but it is </a:t>
            </a:r>
            <a:r>
              <a:rPr i="1" lang="en-US">
                <a:solidFill>
                  <a:srgbClr val="000099"/>
                </a:solidFill>
              </a:rPr>
              <a:t>equivalent</a:t>
            </a:r>
            <a:r>
              <a:rPr lang="en-US">
                <a:solidFill>
                  <a:srgbClr val="000099"/>
                </a:solidFill>
              </a:rPr>
              <a:t> </a:t>
            </a:r>
            <a:r>
              <a:rPr lang="en-US"/>
              <a:t>to Schedule 1</a:t>
            </a:r>
            <a:endParaRPr/>
          </a:p>
          <a:p>
            <a:pPr indent="-224155" lvl="0" marL="342900" rtl="0" algn="l">
              <a:spcBef>
                <a:spcPts val="595"/>
              </a:spcBef>
              <a:spcAft>
                <a:spcPts val="0"/>
              </a:spcAft>
              <a:buSzPts val="1870"/>
              <a:buNone/>
            </a:pPr>
            <a:r>
              <a:t/>
            </a:r>
            <a:endParaRPr/>
          </a:p>
          <a:p>
            <a:pPr indent="-224155" lvl="0" marL="342900" rtl="0" algn="l">
              <a:spcBef>
                <a:spcPts val="595"/>
              </a:spcBef>
              <a:spcAft>
                <a:spcPts val="0"/>
              </a:spcAft>
              <a:buSzPts val="1870"/>
              <a:buNone/>
            </a:pPr>
            <a:r>
              <a:t/>
            </a:r>
            <a:endParaRPr/>
          </a:p>
          <a:p>
            <a:pPr indent="-224155" lvl="0" marL="342900" rtl="0" algn="l">
              <a:spcBef>
                <a:spcPts val="595"/>
              </a:spcBef>
              <a:spcAft>
                <a:spcPts val="0"/>
              </a:spcAft>
              <a:buSzPts val="1870"/>
              <a:buNone/>
            </a:pPr>
            <a:r>
              <a:t/>
            </a:r>
            <a:endParaRPr/>
          </a:p>
          <a:p>
            <a:pPr indent="-224155" lvl="0" marL="342900" rtl="0" algn="l">
              <a:spcBef>
                <a:spcPts val="595"/>
              </a:spcBef>
              <a:spcAft>
                <a:spcPts val="0"/>
              </a:spcAft>
              <a:buSzPts val="1870"/>
              <a:buNone/>
            </a:pPr>
            <a:r>
              <a:t/>
            </a:r>
            <a:endParaRPr/>
          </a:p>
          <a:p>
            <a:pPr indent="-224155" lvl="0" marL="342900" rtl="0" algn="l">
              <a:spcBef>
                <a:spcPts val="595"/>
              </a:spcBef>
              <a:spcAft>
                <a:spcPts val="0"/>
              </a:spcAft>
              <a:buSzPts val="1870"/>
              <a:buNone/>
            </a:pPr>
            <a:r>
              <a:t/>
            </a:r>
            <a:endParaRPr/>
          </a:p>
          <a:p>
            <a:pPr indent="-224155" lvl="0" marL="342900" rtl="0" algn="l">
              <a:spcBef>
                <a:spcPts val="595"/>
              </a:spcBef>
              <a:spcAft>
                <a:spcPts val="0"/>
              </a:spcAft>
              <a:buSzPts val="1870"/>
              <a:buNone/>
            </a:pPr>
            <a:r>
              <a:t/>
            </a:r>
            <a:endParaRPr/>
          </a:p>
          <a:p>
            <a:pPr indent="-224155" lvl="0" marL="342900" rtl="0" algn="l">
              <a:spcBef>
                <a:spcPts val="595"/>
              </a:spcBef>
              <a:spcAft>
                <a:spcPts val="0"/>
              </a:spcAft>
              <a:buSzPts val="1870"/>
              <a:buNone/>
            </a:pPr>
            <a:r>
              <a:t/>
            </a:r>
            <a:endParaRPr/>
          </a:p>
          <a:p>
            <a:pPr indent="-224155" lvl="0" marL="342900" rtl="0" algn="l">
              <a:spcBef>
                <a:spcPts val="595"/>
              </a:spcBef>
              <a:spcAft>
                <a:spcPts val="0"/>
              </a:spcAft>
              <a:buSzPts val="1870"/>
              <a:buNone/>
            </a:pPr>
            <a:r>
              <a:t/>
            </a:r>
            <a:endParaRPr/>
          </a:p>
          <a:p>
            <a:pPr indent="-224155" lvl="0" marL="342900" rtl="0" algn="l">
              <a:spcBef>
                <a:spcPts val="595"/>
              </a:spcBef>
              <a:spcAft>
                <a:spcPts val="0"/>
              </a:spcAft>
              <a:buSzPts val="1870"/>
              <a:buNone/>
            </a:pPr>
            <a:r>
              <a:t/>
            </a:r>
            <a:endParaRPr/>
          </a:p>
          <a:p>
            <a:pPr indent="-224155" lvl="0" marL="342900" rtl="0" algn="l">
              <a:spcBef>
                <a:spcPts val="595"/>
              </a:spcBef>
              <a:spcAft>
                <a:spcPts val="0"/>
              </a:spcAft>
              <a:buSzPts val="1870"/>
              <a:buNone/>
            </a:pPr>
            <a:r>
              <a:t/>
            </a:r>
            <a:endParaRPr/>
          </a:p>
          <a:p>
            <a:pPr indent="-224155" lvl="0" marL="342900" rtl="0" algn="l">
              <a:spcBef>
                <a:spcPts val="595"/>
              </a:spcBef>
              <a:spcAft>
                <a:spcPts val="0"/>
              </a:spcAft>
              <a:buSzPts val="187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595"/>
              </a:spcBef>
              <a:spcAft>
                <a:spcPts val="0"/>
              </a:spcAft>
              <a:buSzPts val="1760"/>
              <a:buChar char="▪"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In Schedules 1, 2 and 3, the sum A + B is preserved</a:t>
            </a:r>
            <a:r>
              <a:rPr lang="en-US"/>
              <a:t>.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95"/>
              </a:spcBef>
              <a:spcAft>
                <a:spcPts val="0"/>
              </a:spcAft>
              <a:buSzPts val="1870"/>
              <a:buFont typeface="Arial"/>
              <a:buNone/>
            </a:pPr>
            <a:r>
              <a:rPr lang="en-US"/>
              <a:t>		</a:t>
            </a:r>
            <a:endParaRPr i="1"/>
          </a:p>
        </p:txBody>
      </p:sp>
      <p:pic>
        <p:nvPicPr>
          <p:cNvPr id="171" name="Google Shape;171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1613" y="1905000"/>
            <a:ext cx="2779712" cy="34718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4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Schedule 4</a:t>
            </a:r>
            <a:endParaRPr/>
          </a:p>
        </p:txBody>
      </p:sp>
      <p:sp>
        <p:nvSpPr>
          <p:cNvPr id="178" name="Google Shape;178;p14"/>
          <p:cNvSpPr txBox="1"/>
          <p:nvPr>
            <p:ph idx="1" type="body"/>
          </p:nvPr>
        </p:nvSpPr>
        <p:spPr>
          <a:xfrm>
            <a:off x="683580" y="1102497"/>
            <a:ext cx="8161969" cy="53679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870"/>
              <a:buChar char="▪"/>
            </a:pPr>
            <a:r>
              <a:rPr lang="en-US"/>
              <a:t>The following concurrent schedule does not preserve the value of (</a:t>
            </a:r>
            <a:r>
              <a:rPr i="1" lang="en-US"/>
              <a:t>A </a:t>
            </a:r>
            <a:r>
              <a:rPr lang="en-US"/>
              <a:t>+ </a:t>
            </a:r>
            <a:r>
              <a:rPr i="1" lang="en-US"/>
              <a:t>B</a:t>
            </a:r>
            <a:r>
              <a:rPr lang="en-US"/>
              <a:t> </a:t>
            </a:r>
            <a:r>
              <a:rPr i="1" lang="en-US"/>
              <a:t>)</a:t>
            </a:r>
            <a:r>
              <a:rPr lang="en-US"/>
              <a:t>.			</a:t>
            </a:r>
            <a:endParaRPr i="1"/>
          </a:p>
        </p:txBody>
      </p:sp>
      <p:pic>
        <p:nvPicPr>
          <p:cNvPr id="179" name="Google Shape;17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67100" y="1630359"/>
            <a:ext cx="2713038" cy="3387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5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Serializability</a:t>
            </a:r>
            <a:endParaRPr/>
          </a:p>
        </p:txBody>
      </p:sp>
      <p:sp>
        <p:nvSpPr>
          <p:cNvPr id="186" name="Google Shape;186;p15"/>
          <p:cNvSpPr txBox="1"/>
          <p:nvPr>
            <p:ph idx="1" type="body"/>
          </p:nvPr>
        </p:nvSpPr>
        <p:spPr>
          <a:xfrm>
            <a:off x="683580" y="1102497"/>
            <a:ext cx="8046083" cy="53679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870"/>
              <a:buFont typeface="Noto Sans Symbols"/>
              <a:buChar char="▪"/>
            </a:pPr>
            <a:r>
              <a:rPr lang="en-US"/>
              <a:t>It ensures that even when multiple transactions execute concurrently, the final state of the database is the same as if the transactions had executed serially, one after another.</a:t>
            </a:r>
            <a:endParaRPr/>
          </a:p>
          <a:p>
            <a:pPr indent="-342900" lvl="0" marL="342900" rtl="0" algn="l">
              <a:spcBef>
                <a:spcPts val="595"/>
              </a:spcBef>
              <a:spcAft>
                <a:spcPts val="0"/>
              </a:spcAft>
              <a:buSzPts val="1870"/>
              <a:buFont typeface="Noto Sans Symbols"/>
              <a:buChar char="▪"/>
            </a:pPr>
            <a:r>
              <a:rPr b="1" lang="en-US"/>
              <a:t>Basic Assumption</a:t>
            </a:r>
            <a:r>
              <a:rPr lang="en-US"/>
              <a:t> – Each transaction preserves database consistency.</a:t>
            </a:r>
            <a:endParaRPr/>
          </a:p>
          <a:p>
            <a:pPr indent="-342900" lvl="0" marL="342900" rtl="0" algn="l">
              <a:spcBef>
                <a:spcPts val="595"/>
              </a:spcBef>
              <a:spcAft>
                <a:spcPts val="0"/>
              </a:spcAft>
              <a:buSzPts val="1870"/>
              <a:buFont typeface="Noto Sans Symbols"/>
              <a:buChar char="▪"/>
            </a:pPr>
            <a:r>
              <a:rPr lang="en-US"/>
              <a:t>Thus, serial execution of a set of transactions preserves database consistency.</a:t>
            </a:r>
            <a:endParaRPr/>
          </a:p>
          <a:p>
            <a:pPr indent="-342900" lvl="0" marL="342900" rtl="0" algn="l">
              <a:spcBef>
                <a:spcPts val="595"/>
              </a:spcBef>
              <a:spcAft>
                <a:spcPts val="0"/>
              </a:spcAft>
              <a:buSzPts val="1870"/>
              <a:buFont typeface="Noto Sans Symbols"/>
              <a:buChar char="▪"/>
            </a:pPr>
            <a:r>
              <a:rPr lang="en-US"/>
              <a:t>A (possibly concurrent) schedule is serializable if it is equivalent to a serial schedule.  Different forms of schedule equivalence give rise to the notions of:</a:t>
            </a:r>
            <a:endParaRPr/>
          </a:p>
          <a:p>
            <a:pPr indent="-285750" lvl="1" marL="742950" rtl="0" algn="l">
              <a:spcBef>
                <a:spcPts val="595"/>
              </a:spcBef>
              <a:spcAft>
                <a:spcPts val="0"/>
              </a:spcAft>
              <a:buSzPts val="1870"/>
              <a:buFont typeface="Arial"/>
              <a:buNone/>
            </a:pPr>
            <a:r>
              <a:rPr lang="en-US"/>
              <a:t>1.	</a:t>
            </a:r>
            <a:r>
              <a:rPr b="1" lang="en-US">
                <a:solidFill>
                  <a:srgbClr val="000099"/>
                </a:solidFill>
              </a:rPr>
              <a:t>Conflict serializability</a:t>
            </a:r>
            <a:endParaRPr/>
          </a:p>
          <a:p>
            <a:pPr indent="-285750" lvl="1" marL="742950" rtl="0" algn="l">
              <a:spcBef>
                <a:spcPts val="595"/>
              </a:spcBef>
              <a:spcAft>
                <a:spcPts val="0"/>
              </a:spcAft>
              <a:buSzPts val="1870"/>
              <a:buFont typeface="Arial"/>
              <a:buNone/>
            </a:pPr>
            <a:r>
              <a:rPr lang="en-US"/>
              <a:t>2.	</a:t>
            </a:r>
            <a:r>
              <a:rPr b="1" lang="en-US">
                <a:solidFill>
                  <a:srgbClr val="000099"/>
                </a:solidFill>
              </a:rPr>
              <a:t>View serializability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6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/>
              <a:t>Simplified view of transactions</a:t>
            </a:r>
            <a:endParaRPr/>
          </a:p>
        </p:txBody>
      </p:sp>
      <p:sp>
        <p:nvSpPr>
          <p:cNvPr id="193" name="Google Shape;193;p16"/>
          <p:cNvSpPr txBox="1"/>
          <p:nvPr>
            <p:ph idx="1" type="body"/>
          </p:nvPr>
        </p:nvSpPr>
        <p:spPr>
          <a:xfrm>
            <a:off x="674703" y="1102497"/>
            <a:ext cx="7874494" cy="53679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870"/>
              <a:buFont typeface="Noto Sans Symbols"/>
              <a:buChar char="▪"/>
            </a:pPr>
            <a:r>
              <a:rPr lang="en-US"/>
              <a:t>We ignore operations other than </a:t>
            </a:r>
            <a:r>
              <a:rPr b="1" lang="en-US"/>
              <a:t>read</a:t>
            </a:r>
            <a:r>
              <a:rPr lang="en-US"/>
              <a:t> and </a:t>
            </a:r>
            <a:r>
              <a:rPr b="1" lang="en-US"/>
              <a:t>write</a:t>
            </a:r>
            <a:r>
              <a:rPr lang="en-US"/>
              <a:t> instructions</a:t>
            </a:r>
            <a:endParaRPr/>
          </a:p>
          <a:p>
            <a:pPr indent="-342900" lvl="0" marL="342900" rtl="0" algn="l">
              <a:spcBef>
                <a:spcPts val="595"/>
              </a:spcBef>
              <a:spcAft>
                <a:spcPts val="0"/>
              </a:spcAft>
              <a:buSzPts val="1870"/>
              <a:buFont typeface="Noto Sans Symbols"/>
              <a:buChar char="▪"/>
            </a:pPr>
            <a:r>
              <a:rPr lang="en-US"/>
              <a:t>We assume that transactions may perform arbitrary computations on data in local buffers in between reads and writes.  </a:t>
            </a:r>
            <a:endParaRPr/>
          </a:p>
          <a:p>
            <a:pPr indent="-342900" lvl="0" marL="342900" rtl="0" algn="l">
              <a:spcBef>
                <a:spcPts val="595"/>
              </a:spcBef>
              <a:spcAft>
                <a:spcPts val="0"/>
              </a:spcAft>
              <a:buSzPts val="1870"/>
              <a:buFont typeface="Noto Sans Symbols"/>
              <a:buChar char="▪"/>
            </a:pPr>
            <a:r>
              <a:rPr lang="en-US"/>
              <a:t>Our simplified schedules consist of only </a:t>
            </a:r>
            <a:r>
              <a:rPr b="1" lang="en-US"/>
              <a:t>read</a:t>
            </a:r>
            <a:r>
              <a:rPr lang="en-US"/>
              <a:t> and </a:t>
            </a:r>
            <a:r>
              <a:rPr b="1" lang="en-US"/>
              <a:t>write </a:t>
            </a:r>
            <a:r>
              <a:rPr lang="en-US"/>
              <a:t>instructions.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7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Conflicting Instructions </a:t>
            </a:r>
            <a:endParaRPr/>
          </a:p>
        </p:txBody>
      </p:sp>
      <p:sp>
        <p:nvSpPr>
          <p:cNvPr id="200" name="Google Shape;200;p17"/>
          <p:cNvSpPr txBox="1"/>
          <p:nvPr>
            <p:ph idx="1" type="body"/>
          </p:nvPr>
        </p:nvSpPr>
        <p:spPr>
          <a:xfrm>
            <a:off x="692458" y="1102497"/>
            <a:ext cx="7750206" cy="53679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870"/>
              <a:buFont typeface="Noto Sans Symbols"/>
              <a:buChar char="▪"/>
            </a:pPr>
            <a:r>
              <a:rPr lang="en-US"/>
              <a:t>Instructions </a:t>
            </a:r>
            <a:r>
              <a:rPr i="1" lang="en-US"/>
              <a:t>l</a:t>
            </a:r>
            <a:r>
              <a:rPr baseline="-25000" i="1" lang="en-US"/>
              <a:t>i</a:t>
            </a:r>
            <a:r>
              <a:rPr lang="en-US"/>
              <a:t> and </a:t>
            </a:r>
            <a:r>
              <a:rPr i="1" lang="en-US"/>
              <a:t>l</a:t>
            </a:r>
            <a:r>
              <a:rPr baseline="-25000" i="1" lang="en-US"/>
              <a:t>j</a:t>
            </a:r>
            <a:r>
              <a:rPr lang="en-US"/>
              <a:t> of transactions </a:t>
            </a:r>
            <a:r>
              <a:rPr i="1" lang="en-US"/>
              <a:t>T</a:t>
            </a:r>
            <a:r>
              <a:rPr baseline="-25000" i="1" lang="en-US"/>
              <a:t>i</a:t>
            </a:r>
            <a:r>
              <a:rPr lang="en-US"/>
              <a:t> and </a:t>
            </a:r>
            <a:r>
              <a:rPr i="1" lang="en-US"/>
              <a:t>T</a:t>
            </a:r>
            <a:r>
              <a:rPr baseline="-25000" i="1" lang="en-US"/>
              <a:t>j</a:t>
            </a:r>
            <a:r>
              <a:rPr lang="en-US"/>
              <a:t> respectively, </a:t>
            </a:r>
            <a:r>
              <a:rPr b="1" lang="en-US">
                <a:solidFill>
                  <a:srgbClr val="000099"/>
                </a:solidFill>
              </a:rPr>
              <a:t>conflict</a:t>
            </a:r>
            <a:r>
              <a:rPr lang="en-US"/>
              <a:t> if and only if there exists some item </a:t>
            </a:r>
            <a:r>
              <a:rPr i="1" lang="en-US"/>
              <a:t>Q</a:t>
            </a:r>
            <a:r>
              <a:rPr lang="en-US"/>
              <a:t> accessed by both </a:t>
            </a:r>
            <a:r>
              <a:rPr i="1" lang="en-US"/>
              <a:t>l</a:t>
            </a:r>
            <a:r>
              <a:rPr baseline="-25000" i="1" lang="en-US"/>
              <a:t>i</a:t>
            </a:r>
            <a:r>
              <a:rPr lang="en-US"/>
              <a:t> and </a:t>
            </a:r>
            <a:r>
              <a:rPr i="1" lang="en-US"/>
              <a:t>l</a:t>
            </a:r>
            <a:r>
              <a:rPr baseline="-25000" i="1" lang="en-US"/>
              <a:t>j</a:t>
            </a:r>
            <a:r>
              <a:rPr lang="en-US"/>
              <a:t>, and at least one of these instructions wrote </a:t>
            </a:r>
            <a:r>
              <a:rPr i="1" lang="en-US"/>
              <a:t>Q.</a:t>
            </a:r>
            <a:endParaRPr/>
          </a:p>
          <a:p>
            <a:pPr indent="-342900" lvl="0" marL="342900" rtl="0" algn="l">
              <a:spcBef>
                <a:spcPts val="595"/>
              </a:spcBef>
              <a:spcAft>
                <a:spcPts val="0"/>
              </a:spcAft>
              <a:buSzPts val="1870"/>
              <a:buFont typeface="Arial"/>
              <a:buNone/>
            </a:pPr>
            <a:r>
              <a:rPr lang="en-US"/>
              <a:t>	   1.   </a:t>
            </a:r>
            <a:r>
              <a:rPr i="1" lang="en-US"/>
              <a:t>l</a:t>
            </a:r>
            <a:r>
              <a:rPr baseline="-25000" i="1" lang="en-US"/>
              <a:t>i</a:t>
            </a:r>
            <a:r>
              <a:rPr lang="en-US"/>
              <a:t> = </a:t>
            </a:r>
            <a:r>
              <a:rPr b="1" lang="en-US"/>
              <a:t>read</a:t>
            </a:r>
            <a:r>
              <a:rPr lang="en-US"/>
              <a:t>(</a:t>
            </a:r>
            <a:r>
              <a:rPr i="1" lang="en-US"/>
              <a:t>Q), l</a:t>
            </a:r>
            <a:r>
              <a:rPr baseline="-25000" i="1" lang="en-US"/>
              <a:t>j</a:t>
            </a:r>
            <a:r>
              <a:rPr i="1" lang="en-US"/>
              <a:t> = </a:t>
            </a:r>
            <a:r>
              <a:rPr b="1" lang="en-US"/>
              <a:t>read</a:t>
            </a:r>
            <a:r>
              <a:rPr lang="en-US"/>
              <a:t>(</a:t>
            </a:r>
            <a:r>
              <a:rPr i="1" lang="en-US"/>
              <a:t>Q</a:t>
            </a:r>
            <a:r>
              <a:rPr lang="en-US"/>
              <a:t>).   </a:t>
            </a:r>
            <a:r>
              <a:rPr i="1" lang="en-US"/>
              <a:t>l</a:t>
            </a:r>
            <a:r>
              <a:rPr baseline="-25000" i="1" lang="en-US"/>
              <a:t>i</a:t>
            </a:r>
            <a:r>
              <a:rPr lang="en-US"/>
              <a:t> and </a:t>
            </a:r>
            <a:r>
              <a:rPr i="1" lang="en-US"/>
              <a:t>l</a:t>
            </a:r>
            <a:r>
              <a:rPr baseline="-25000" i="1" lang="en-US"/>
              <a:t>j</a:t>
            </a:r>
            <a:r>
              <a:rPr i="1" lang="en-US"/>
              <a:t> </a:t>
            </a:r>
            <a:r>
              <a:rPr lang="en-US"/>
              <a:t>don’t conflict.</a:t>
            </a:r>
            <a:br>
              <a:rPr lang="en-US"/>
            </a:br>
            <a:r>
              <a:rPr lang="en-US"/>
              <a:t>   2.   </a:t>
            </a:r>
            <a:r>
              <a:rPr i="1" lang="en-US"/>
              <a:t>l</a:t>
            </a:r>
            <a:r>
              <a:rPr baseline="-25000" i="1" lang="en-US"/>
              <a:t>i</a:t>
            </a:r>
            <a:r>
              <a:rPr lang="en-US"/>
              <a:t> = </a:t>
            </a:r>
            <a:r>
              <a:rPr b="1" lang="en-US"/>
              <a:t>read</a:t>
            </a:r>
            <a:r>
              <a:rPr lang="en-US"/>
              <a:t>(</a:t>
            </a:r>
            <a:r>
              <a:rPr i="1" lang="en-US"/>
              <a:t>Q),  l</a:t>
            </a:r>
            <a:r>
              <a:rPr baseline="-25000" i="1" lang="en-US"/>
              <a:t>j</a:t>
            </a:r>
            <a:r>
              <a:rPr i="1" lang="en-US"/>
              <a:t> = </a:t>
            </a:r>
            <a:r>
              <a:rPr b="1" lang="en-US"/>
              <a:t>write</a:t>
            </a:r>
            <a:r>
              <a:rPr lang="en-US"/>
              <a:t>(</a:t>
            </a:r>
            <a:r>
              <a:rPr i="1" lang="en-US"/>
              <a:t>Q</a:t>
            </a:r>
            <a:r>
              <a:rPr lang="en-US"/>
              <a:t>).  They conflict.</a:t>
            </a:r>
            <a:br>
              <a:rPr lang="en-US"/>
            </a:br>
            <a:r>
              <a:rPr lang="en-US"/>
              <a:t>   3.   </a:t>
            </a:r>
            <a:r>
              <a:rPr i="1" lang="en-US"/>
              <a:t>l</a:t>
            </a:r>
            <a:r>
              <a:rPr baseline="-25000" i="1" lang="en-US"/>
              <a:t>i</a:t>
            </a:r>
            <a:r>
              <a:rPr lang="en-US"/>
              <a:t> = </a:t>
            </a:r>
            <a:r>
              <a:rPr b="1" lang="en-US"/>
              <a:t>write</a:t>
            </a:r>
            <a:r>
              <a:rPr lang="en-US"/>
              <a:t>(</a:t>
            </a:r>
            <a:r>
              <a:rPr i="1" lang="en-US"/>
              <a:t>Q), l</a:t>
            </a:r>
            <a:r>
              <a:rPr baseline="-25000" i="1" lang="en-US"/>
              <a:t>j</a:t>
            </a:r>
            <a:r>
              <a:rPr i="1" lang="en-US"/>
              <a:t> = </a:t>
            </a:r>
            <a:r>
              <a:rPr b="1" lang="en-US"/>
              <a:t>read</a:t>
            </a:r>
            <a:r>
              <a:rPr lang="en-US"/>
              <a:t>(</a:t>
            </a:r>
            <a:r>
              <a:rPr i="1" lang="en-US"/>
              <a:t>Q</a:t>
            </a:r>
            <a:r>
              <a:rPr lang="en-US"/>
              <a:t>).   They conflict</a:t>
            </a:r>
            <a:br>
              <a:rPr lang="en-US"/>
            </a:br>
            <a:r>
              <a:rPr lang="en-US"/>
              <a:t>   4.   </a:t>
            </a:r>
            <a:r>
              <a:rPr i="1" lang="en-US"/>
              <a:t>l</a:t>
            </a:r>
            <a:r>
              <a:rPr baseline="-25000" i="1" lang="en-US"/>
              <a:t>i</a:t>
            </a:r>
            <a:r>
              <a:rPr lang="en-US"/>
              <a:t> = </a:t>
            </a:r>
            <a:r>
              <a:rPr b="1" lang="en-US"/>
              <a:t>write</a:t>
            </a:r>
            <a:r>
              <a:rPr lang="en-US"/>
              <a:t>(</a:t>
            </a:r>
            <a:r>
              <a:rPr i="1" lang="en-US"/>
              <a:t>Q), l</a:t>
            </a:r>
            <a:r>
              <a:rPr baseline="-25000" i="1" lang="en-US"/>
              <a:t>j</a:t>
            </a:r>
            <a:r>
              <a:rPr i="1" lang="en-US"/>
              <a:t> = </a:t>
            </a:r>
            <a:r>
              <a:rPr b="1" lang="en-US"/>
              <a:t>write</a:t>
            </a:r>
            <a:r>
              <a:rPr lang="en-US"/>
              <a:t>(</a:t>
            </a:r>
            <a:r>
              <a:rPr i="1" lang="en-US"/>
              <a:t>Q</a:t>
            </a:r>
            <a:r>
              <a:rPr lang="en-US"/>
              <a:t>).  They conflict</a:t>
            </a:r>
            <a:endParaRPr/>
          </a:p>
          <a:p>
            <a:pPr indent="-342900" lvl="0" marL="342900" rtl="0" algn="l">
              <a:spcBef>
                <a:spcPts val="595"/>
              </a:spcBef>
              <a:spcAft>
                <a:spcPts val="0"/>
              </a:spcAft>
              <a:buSzPts val="1870"/>
              <a:buFont typeface="Noto Sans Symbols"/>
              <a:buChar char="▪"/>
            </a:pPr>
            <a:r>
              <a:rPr lang="en-US"/>
              <a:t>Intuitively, a conflict between </a:t>
            </a:r>
            <a:r>
              <a:rPr i="1" lang="en-US"/>
              <a:t>l</a:t>
            </a:r>
            <a:r>
              <a:rPr baseline="-25000" i="1" lang="en-US"/>
              <a:t>i</a:t>
            </a:r>
            <a:r>
              <a:rPr i="1" lang="en-US"/>
              <a:t> </a:t>
            </a:r>
            <a:r>
              <a:rPr lang="en-US"/>
              <a:t>and </a:t>
            </a:r>
            <a:r>
              <a:rPr i="1" lang="en-US"/>
              <a:t>l</a:t>
            </a:r>
            <a:r>
              <a:rPr baseline="-25000" i="1" lang="en-US"/>
              <a:t>j</a:t>
            </a:r>
            <a:r>
              <a:rPr lang="en-US"/>
              <a:t> forces a (logical) temporal order between them.  </a:t>
            </a:r>
            <a:endParaRPr/>
          </a:p>
          <a:p>
            <a:pPr indent="-342900" lvl="0" marL="342900" rtl="0" algn="l">
              <a:spcBef>
                <a:spcPts val="595"/>
              </a:spcBef>
              <a:spcAft>
                <a:spcPts val="0"/>
              </a:spcAft>
              <a:buSzPts val="1870"/>
              <a:buFont typeface="Noto Sans Symbols"/>
              <a:buChar char="▪"/>
            </a:pPr>
            <a:r>
              <a:rPr lang="en-US"/>
              <a:t>If </a:t>
            </a:r>
            <a:r>
              <a:rPr i="1" lang="en-US"/>
              <a:t>l</a:t>
            </a:r>
            <a:r>
              <a:rPr baseline="-25000" i="1" lang="en-US"/>
              <a:t>i</a:t>
            </a:r>
            <a:r>
              <a:rPr lang="en-US"/>
              <a:t> and </a:t>
            </a:r>
            <a:r>
              <a:rPr i="1" lang="en-US"/>
              <a:t>l</a:t>
            </a:r>
            <a:r>
              <a:rPr baseline="-25000" i="1" lang="en-US"/>
              <a:t>j</a:t>
            </a:r>
            <a:r>
              <a:rPr lang="en-US"/>
              <a:t> are consecutive in a schedule and they do not conflict, their results would remain the same even if they had been interchanged in the schedule.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8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Conflict Serializability</a:t>
            </a:r>
            <a:endParaRPr/>
          </a:p>
        </p:txBody>
      </p:sp>
      <p:sp>
        <p:nvSpPr>
          <p:cNvPr id="207" name="Google Shape;207;p18"/>
          <p:cNvSpPr txBox="1"/>
          <p:nvPr>
            <p:ph idx="1" type="body"/>
          </p:nvPr>
        </p:nvSpPr>
        <p:spPr>
          <a:xfrm>
            <a:off x="683581" y="1102497"/>
            <a:ext cx="7750206" cy="53679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870"/>
              <a:buChar char="▪"/>
            </a:pPr>
            <a:r>
              <a:rPr lang="en-US"/>
              <a:t>If a schedule </a:t>
            </a:r>
            <a:r>
              <a:rPr i="1" lang="en-US"/>
              <a:t>S</a:t>
            </a:r>
            <a:r>
              <a:rPr lang="en-US"/>
              <a:t> can be transformed into a schedule </a:t>
            </a:r>
            <a:r>
              <a:rPr i="1" lang="en-US"/>
              <a:t>S’ </a:t>
            </a:r>
            <a:r>
              <a:rPr lang="en-US"/>
              <a:t>by a series of swaps of non-conflicting instructions, we say that </a:t>
            </a:r>
            <a:r>
              <a:rPr i="1" lang="en-US"/>
              <a:t>S</a:t>
            </a:r>
            <a:r>
              <a:rPr lang="en-US"/>
              <a:t> and </a:t>
            </a:r>
            <a:r>
              <a:rPr i="1" lang="en-US"/>
              <a:t>S’ </a:t>
            </a:r>
            <a:r>
              <a:rPr lang="en-US"/>
              <a:t>are </a:t>
            </a:r>
            <a:r>
              <a:rPr b="1" lang="en-US">
                <a:solidFill>
                  <a:srgbClr val="000099"/>
                </a:solidFill>
              </a:rPr>
              <a:t>conflict equivalent</a:t>
            </a:r>
            <a:r>
              <a:rPr i="1" lang="en-US"/>
              <a:t>.</a:t>
            </a:r>
            <a:endParaRPr/>
          </a:p>
          <a:p>
            <a:pPr indent="-342900" lvl="0" marL="342900" rtl="0" algn="l">
              <a:spcBef>
                <a:spcPts val="595"/>
              </a:spcBef>
              <a:spcAft>
                <a:spcPts val="0"/>
              </a:spcAft>
              <a:buSzPts val="1870"/>
              <a:buChar char="▪"/>
            </a:pPr>
            <a:r>
              <a:rPr lang="en-US"/>
              <a:t>We say that a schedule </a:t>
            </a:r>
            <a:r>
              <a:rPr i="1" lang="en-US"/>
              <a:t>S</a:t>
            </a:r>
            <a:r>
              <a:rPr lang="en-US"/>
              <a:t> is </a:t>
            </a:r>
            <a:r>
              <a:rPr b="1" lang="en-US">
                <a:solidFill>
                  <a:srgbClr val="000099"/>
                </a:solidFill>
              </a:rPr>
              <a:t>conflict serializable</a:t>
            </a:r>
            <a:r>
              <a:rPr lang="en-US"/>
              <a:t> if it is conflict equivalent to a serial schedule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9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Conflict Serializability (Cont.)</a:t>
            </a:r>
            <a:endParaRPr/>
          </a:p>
        </p:txBody>
      </p:sp>
      <p:sp>
        <p:nvSpPr>
          <p:cNvPr id="214" name="Google Shape;214;p19"/>
          <p:cNvSpPr txBox="1"/>
          <p:nvPr>
            <p:ph idx="1" type="body"/>
          </p:nvPr>
        </p:nvSpPr>
        <p:spPr>
          <a:xfrm>
            <a:off x="683580" y="1102497"/>
            <a:ext cx="8161969" cy="53679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870"/>
              <a:buChar char="▪"/>
            </a:pPr>
            <a:r>
              <a:rPr lang="en-US"/>
              <a:t>Schedule 3 can be transformed into Schedule 6, a serial schedule where </a:t>
            </a:r>
            <a:r>
              <a:rPr i="1" lang="en-US"/>
              <a:t>T</a:t>
            </a:r>
            <a:r>
              <a:rPr baseline="-25000" lang="en-US"/>
              <a:t>2</a:t>
            </a:r>
            <a:r>
              <a:rPr lang="en-US"/>
              <a:t> follows </a:t>
            </a:r>
            <a:r>
              <a:rPr i="1" lang="en-US"/>
              <a:t>T</a:t>
            </a:r>
            <a:r>
              <a:rPr baseline="-25000" lang="en-US"/>
              <a:t>1</a:t>
            </a:r>
            <a:r>
              <a:rPr lang="en-US"/>
              <a:t>, by series of swaps of non-conflicting instructions.  Therefore Schedule 3 is conflict serializable.</a:t>
            </a:r>
            <a:endParaRPr/>
          </a:p>
        </p:txBody>
      </p:sp>
      <p:sp>
        <p:nvSpPr>
          <p:cNvPr id="215" name="Google Shape;215;p19"/>
          <p:cNvSpPr txBox="1"/>
          <p:nvPr/>
        </p:nvSpPr>
        <p:spPr>
          <a:xfrm>
            <a:off x="2209808" y="4922827"/>
            <a:ext cx="1279517" cy="3539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Schedule 3</a:t>
            </a:r>
            <a:endParaRPr/>
          </a:p>
        </p:txBody>
      </p:sp>
      <p:sp>
        <p:nvSpPr>
          <p:cNvPr id="216" name="Google Shape;216;p19"/>
          <p:cNvSpPr txBox="1"/>
          <p:nvPr/>
        </p:nvSpPr>
        <p:spPr>
          <a:xfrm>
            <a:off x="6105533" y="4926006"/>
            <a:ext cx="1279517" cy="3539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Schedule 6</a:t>
            </a:r>
            <a:endParaRPr/>
          </a:p>
        </p:txBody>
      </p:sp>
      <p:pic>
        <p:nvPicPr>
          <p:cNvPr id="217" name="Google Shape;21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73200" y="2217729"/>
            <a:ext cx="3040063" cy="246221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56200" y="2200272"/>
            <a:ext cx="3111500" cy="22844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0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Conflict Serializability (Cont.)</a:t>
            </a:r>
            <a:endParaRPr/>
          </a:p>
        </p:txBody>
      </p:sp>
      <p:sp>
        <p:nvSpPr>
          <p:cNvPr id="225" name="Google Shape;225;p20"/>
          <p:cNvSpPr txBox="1"/>
          <p:nvPr>
            <p:ph idx="1" type="body"/>
          </p:nvPr>
        </p:nvSpPr>
        <p:spPr>
          <a:xfrm>
            <a:off x="701336" y="1102497"/>
            <a:ext cx="7688062" cy="53679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870"/>
              <a:buChar char="▪"/>
            </a:pPr>
            <a:r>
              <a:rPr lang="en-US"/>
              <a:t>Example of a schedule that is not conflict serializable:</a:t>
            </a: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endParaRPr/>
          </a:p>
          <a:p>
            <a:pPr indent="-342900" lvl="0" marL="342900" rtl="0" algn="l">
              <a:spcBef>
                <a:spcPts val="595"/>
              </a:spcBef>
              <a:spcAft>
                <a:spcPts val="0"/>
              </a:spcAft>
              <a:buSzPts val="1870"/>
              <a:buChar char="▪"/>
            </a:pPr>
            <a:r>
              <a:rPr lang="en-US"/>
              <a:t>We are unable to swap instructions in the above schedule to obtain either the serial schedule &lt; </a:t>
            </a:r>
            <a:r>
              <a:rPr i="1" lang="en-US"/>
              <a:t>T</a:t>
            </a:r>
            <a:r>
              <a:rPr baseline="-25000" lang="en-US"/>
              <a:t>3</a:t>
            </a:r>
            <a:r>
              <a:rPr lang="en-US"/>
              <a:t>, </a:t>
            </a:r>
            <a:r>
              <a:rPr i="1" lang="en-US"/>
              <a:t>T</a:t>
            </a:r>
            <a:r>
              <a:rPr baseline="-25000" lang="en-US"/>
              <a:t>4</a:t>
            </a:r>
            <a:r>
              <a:rPr lang="en-US"/>
              <a:t> &gt;, or the serial schedule &lt; </a:t>
            </a:r>
            <a:r>
              <a:rPr i="1" lang="en-US"/>
              <a:t>T</a:t>
            </a:r>
            <a:r>
              <a:rPr baseline="-25000" lang="en-US"/>
              <a:t>4</a:t>
            </a:r>
            <a:r>
              <a:rPr lang="en-US"/>
              <a:t>, </a:t>
            </a:r>
            <a:r>
              <a:rPr i="1" lang="en-US"/>
              <a:t>T</a:t>
            </a:r>
            <a:r>
              <a:rPr baseline="-25000" lang="en-US"/>
              <a:t>3</a:t>
            </a:r>
            <a:r>
              <a:rPr lang="en-US"/>
              <a:t> &gt;.</a:t>
            </a:r>
            <a:endParaRPr/>
          </a:p>
        </p:txBody>
      </p:sp>
      <p:pic>
        <p:nvPicPr>
          <p:cNvPr id="226" name="Google Shape;226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00380" y="1557335"/>
            <a:ext cx="2840037" cy="10620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1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View Serializability</a:t>
            </a:r>
            <a:endParaRPr/>
          </a:p>
        </p:txBody>
      </p:sp>
      <p:sp>
        <p:nvSpPr>
          <p:cNvPr id="233" name="Google Shape;233;p21"/>
          <p:cNvSpPr txBox="1"/>
          <p:nvPr>
            <p:ph idx="1" type="body"/>
          </p:nvPr>
        </p:nvSpPr>
        <p:spPr>
          <a:xfrm>
            <a:off x="692458" y="1102497"/>
            <a:ext cx="7937192" cy="53679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870"/>
              <a:buChar char="▪"/>
            </a:pPr>
            <a:r>
              <a:rPr lang="en-US"/>
              <a:t>Let </a:t>
            </a:r>
            <a:r>
              <a:rPr i="1" lang="en-US"/>
              <a:t>S</a:t>
            </a:r>
            <a:r>
              <a:rPr lang="en-US"/>
              <a:t> and </a:t>
            </a:r>
            <a:r>
              <a:rPr i="1" lang="en-US"/>
              <a:t>S’</a:t>
            </a:r>
            <a:r>
              <a:rPr lang="en-US"/>
              <a:t> be two schedules with the same set of transactions.  </a:t>
            </a:r>
            <a:r>
              <a:rPr i="1" lang="en-US"/>
              <a:t>S</a:t>
            </a:r>
            <a:r>
              <a:rPr lang="en-US"/>
              <a:t> and </a:t>
            </a:r>
            <a:r>
              <a:rPr i="1" lang="en-US"/>
              <a:t>S’ </a:t>
            </a:r>
            <a:r>
              <a:rPr lang="en-US"/>
              <a:t>are </a:t>
            </a:r>
            <a:r>
              <a:rPr b="1" lang="en-US">
                <a:solidFill>
                  <a:srgbClr val="000099"/>
                </a:solidFill>
              </a:rPr>
              <a:t>view equivalent</a:t>
            </a:r>
            <a:r>
              <a:rPr i="1" lang="en-US"/>
              <a:t> </a:t>
            </a:r>
            <a:r>
              <a:rPr lang="en-US"/>
              <a:t>if the following three conditions are met, for each data item </a:t>
            </a:r>
            <a:r>
              <a:rPr i="1" lang="en-US"/>
              <a:t>Q,</a:t>
            </a:r>
            <a:r>
              <a:rPr lang="en-US"/>
              <a:t> </a:t>
            </a:r>
            <a:endParaRPr/>
          </a:p>
          <a:p>
            <a:pPr indent="0" lvl="1" marL="457200" rtl="0" algn="l">
              <a:spcBef>
                <a:spcPts val="0"/>
              </a:spcBef>
              <a:spcAft>
                <a:spcPts val="0"/>
              </a:spcAft>
              <a:buSzPts val="1870"/>
              <a:buNone/>
            </a:pPr>
            <a:r>
              <a:rPr lang="en-US">
                <a:solidFill>
                  <a:srgbClr val="FF9900"/>
                </a:solidFill>
              </a:rPr>
              <a:t>1.   </a:t>
            </a:r>
            <a:r>
              <a:rPr lang="en-US"/>
              <a:t>If in schedule S, transaction </a:t>
            </a:r>
            <a:r>
              <a:rPr i="1" lang="en-US"/>
              <a:t>T</a:t>
            </a:r>
            <a:r>
              <a:rPr baseline="-25000" i="1" lang="en-US"/>
              <a:t>i</a:t>
            </a:r>
            <a:r>
              <a:rPr i="1" lang="en-US"/>
              <a:t> </a:t>
            </a:r>
            <a:r>
              <a:rPr lang="en-US"/>
              <a:t>reads the initial value of </a:t>
            </a:r>
            <a:r>
              <a:rPr i="1" lang="en-US"/>
              <a:t>Q</a:t>
            </a:r>
            <a:r>
              <a:rPr lang="en-US"/>
              <a:t>, then in </a:t>
            </a:r>
            <a:endParaRPr/>
          </a:p>
          <a:p>
            <a:pPr indent="0" lvl="1" marL="457200" rtl="0" algn="l">
              <a:spcBef>
                <a:spcPts val="0"/>
              </a:spcBef>
              <a:spcAft>
                <a:spcPts val="0"/>
              </a:spcAft>
              <a:buSzPts val="1870"/>
              <a:buNone/>
            </a:pPr>
            <a:r>
              <a:rPr lang="en-US"/>
              <a:t>      schedule </a:t>
            </a:r>
            <a:r>
              <a:rPr i="1" lang="en-US"/>
              <a:t>S’</a:t>
            </a:r>
            <a:r>
              <a:rPr lang="en-US"/>
              <a:t> also, transaction </a:t>
            </a:r>
            <a:r>
              <a:rPr i="1" lang="en-US"/>
              <a:t>T</a:t>
            </a:r>
            <a:r>
              <a:rPr baseline="-25000" i="1" lang="en-US"/>
              <a:t>i</a:t>
            </a:r>
            <a:r>
              <a:rPr i="1" lang="en-US"/>
              <a:t> </a:t>
            </a:r>
            <a:r>
              <a:rPr lang="en-US"/>
              <a:t> must read the initial value of </a:t>
            </a:r>
            <a:r>
              <a:rPr i="1" lang="en-US"/>
              <a:t>Q.</a:t>
            </a:r>
            <a:endParaRPr/>
          </a:p>
          <a:p>
            <a:pPr indent="0" lvl="1" marL="457200" rtl="0" algn="l">
              <a:spcBef>
                <a:spcPts val="0"/>
              </a:spcBef>
              <a:spcAft>
                <a:spcPts val="0"/>
              </a:spcAft>
              <a:buSzPts val="1870"/>
              <a:buNone/>
            </a:pPr>
            <a:r>
              <a:rPr lang="en-US">
                <a:solidFill>
                  <a:srgbClr val="FF9900"/>
                </a:solidFill>
              </a:rPr>
              <a:t>2.</a:t>
            </a:r>
            <a:r>
              <a:rPr lang="en-US"/>
              <a:t>   If in schedule S transaction </a:t>
            </a:r>
            <a:r>
              <a:rPr i="1" lang="en-US"/>
              <a:t>T</a:t>
            </a:r>
            <a:r>
              <a:rPr baseline="-25000" i="1" lang="en-US"/>
              <a:t>i</a:t>
            </a:r>
            <a:r>
              <a:rPr i="1" lang="en-US"/>
              <a:t> </a:t>
            </a:r>
            <a:r>
              <a:rPr lang="en-US"/>
              <a:t>executes </a:t>
            </a:r>
            <a:r>
              <a:rPr b="1" lang="en-US"/>
              <a:t>read</a:t>
            </a:r>
            <a:r>
              <a:rPr lang="en-US"/>
              <a:t>(</a:t>
            </a:r>
            <a:r>
              <a:rPr i="1" lang="en-US"/>
              <a:t>Q)</a:t>
            </a:r>
            <a:r>
              <a:rPr lang="en-US"/>
              <a:t>, and that value was </a:t>
            </a:r>
            <a:endParaRPr/>
          </a:p>
          <a:p>
            <a:pPr indent="0" lvl="1" marL="457200" rtl="0" algn="l">
              <a:spcBef>
                <a:spcPts val="0"/>
              </a:spcBef>
              <a:spcAft>
                <a:spcPts val="0"/>
              </a:spcAft>
              <a:buSzPts val="1870"/>
              <a:buNone/>
            </a:pPr>
            <a:r>
              <a:rPr lang="en-US"/>
              <a:t>      produced by transaction </a:t>
            </a:r>
            <a:r>
              <a:rPr i="1" lang="en-US"/>
              <a:t>T</a:t>
            </a:r>
            <a:r>
              <a:rPr baseline="-25000" i="1" lang="en-US"/>
              <a:t>j</a:t>
            </a:r>
            <a:r>
              <a:rPr lang="en-US"/>
              <a:t> </a:t>
            </a:r>
            <a:r>
              <a:rPr i="1" lang="en-US"/>
              <a:t> </a:t>
            </a:r>
            <a:r>
              <a:rPr lang="en-US"/>
              <a:t>(if any), then in schedule </a:t>
            </a:r>
            <a:r>
              <a:rPr i="1" lang="en-US"/>
              <a:t>S’</a:t>
            </a:r>
            <a:r>
              <a:rPr lang="en-US"/>
              <a:t> also </a:t>
            </a:r>
            <a:endParaRPr/>
          </a:p>
          <a:p>
            <a:pPr indent="0" lvl="1" marL="457200" rtl="0" algn="l">
              <a:spcBef>
                <a:spcPts val="0"/>
              </a:spcBef>
              <a:spcAft>
                <a:spcPts val="0"/>
              </a:spcAft>
              <a:buSzPts val="1870"/>
              <a:buNone/>
            </a:pPr>
            <a:r>
              <a:rPr lang="en-US"/>
              <a:t>      transaction </a:t>
            </a:r>
            <a:r>
              <a:rPr i="1" lang="en-US"/>
              <a:t>T</a:t>
            </a:r>
            <a:r>
              <a:rPr baseline="-25000" i="1" lang="en-US"/>
              <a:t>i</a:t>
            </a:r>
            <a:r>
              <a:rPr lang="en-US"/>
              <a:t> must read the value of </a:t>
            </a:r>
            <a:r>
              <a:rPr i="1" lang="en-US"/>
              <a:t>Q</a:t>
            </a:r>
            <a:r>
              <a:rPr lang="en-US"/>
              <a:t> that was produced by the </a:t>
            </a:r>
            <a:endParaRPr/>
          </a:p>
          <a:p>
            <a:pPr indent="0" lvl="1" marL="457200" rtl="0" algn="l">
              <a:spcBef>
                <a:spcPts val="0"/>
              </a:spcBef>
              <a:spcAft>
                <a:spcPts val="0"/>
              </a:spcAft>
              <a:buSzPts val="1870"/>
              <a:buNone/>
            </a:pPr>
            <a:r>
              <a:rPr lang="en-US"/>
              <a:t>      same </a:t>
            </a:r>
            <a:r>
              <a:rPr b="1" lang="en-US"/>
              <a:t>write</a:t>
            </a:r>
            <a:r>
              <a:rPr lang="en-US"/>
              <a:t>(Q) operation of transaction </a:t>
            </a:r>
            <a:r>
              <a:rPr i="1" lang="en-US"/>
              <a:t>T</a:t>
            </a:r>
            <a:r>
              <a:rPr baseline="-25000" i="1" lang="en-US"/>
              <a:t>j</a:t>
            </a:r>
            <a:r>
              <a:rPr lang="en-US"/>
              <a:t> .</a:t>
            </a:r>
            <a:endParaRPr/>
          </a:p>
          <a:p>
            <a:pPr indent="0" lvl="1" marL="457200" rtl="0" algn="l">
              <a:spcBef>
                <a:spcPts val="0"/>
              </a:spcBef>
              <a:spcAft>
                <a:spcPts val="0"/>
              </a:spcAft>
              <a:buSzPts val="1870"/>
              <a:buNone/>
            </a:pPr>
            <a:r>
              <a:rPr lang="en-US">
                <a:solidFill>
                  <a:srgbClr val="FF9900"/>
                </a:solidFill>
              </a:rPr>
              <a:t>3.   </a:t>
            </a:r>
            <a:r>
              <a:rPr lang="en-US"/>
              <a:t>The transaction (if any) that performs the final </a:t>
            </a:r>
            <a:r>
              <a:rPr b="1" lang="en-US"/>
              <a:t>write</a:t>
            </a:r>
            <a:r>
              <a:rPr lang="en-US"/>
              <a:t>(</a:t>
            </a:r>
            <a:r>
              <a:rPr i="1" lang="en-US"/>
              <a:t>Q</a:t>
            </a:r>
            <a:r>
              <a:rPr lang="en-US"/>
              <a:t>) operation in </a:t>
            </a:r>
            <a:endParaRPr/>
          </a:p>
          <a:p>
            <a:pPr indent="0" lvl="1" marL="457200" rtl="0" algn="l">
              <a:spcBef>
                <a:spcPts val="0"/>
              </a:spcBef>
              <a:spcAft>
                <a:spcPts val="0"/>
              </a:spcAft>
              <a:buSzPts val="1870"/>
              <a:buNone/>
            </a:pPr>
            <a:r>
              <a:rPr lang="en-US"/>
              <a:t>      schedule </a:t>
            </a:r>
            <a:r>
              <a:rPr i="1" lang="en-US"/>
              <a:t>S </a:t>
            </a:r>
            <a:r>
              <a:rPr lang="en-US"/>
              <a:t>must also perform the final</a:t>
            </a:r>
            <a:r>
              <a:rPr i="1" lang="en-US"/>
              <a:t> </a:t>
            </a:r>
            <a:r>
              <a:rPr b="1" lang="en-US"/>
              <a:t>write</a:t>
            </a:r>
            <a:r>
              <a:rPr lang="en-US"/>
              <a:t>(</a:t>
            </a:r>
            <a:r>
              <a:rPr i="1" lang="en-US"/>
              <a:t>Q</a:t>
            </a:r>
            <a:r>
              <a:rPr lang="en-US"/>
              <a:t>) operation in schedule </a:t>
            </a:r>
            <a:r>
              <a:rPr i="1" lang="en-US"/>
              <a:t>S’.</a:t>
            </a:r>
            <a:endParaRPr/>
          </a:p>
          <a:p>
            <a:pPr indent="-342900" lvl="0" marL="400050" rtl="0" algn="l">
              <a:spcBef>
                <a:spcPts val="595"/>
              </a:spcBef>
              <a:spcAft>
                <a:spcPts val="0"/>
              </a:spcAft>
              <a:buSzPts val="1870"/>
              <a:buChar char="▪"/>
            </a:pPr>
            <a:r>
              <a:rPr lang="en-US"/>
              <a:t>As can be seen, view equivalence is also based purely on </a:t>
            </a:r>
            <a:r>
              <a:rPr b="1" lang="en-US"/>
              <a:t>reads </a:t>
            </a:r>
            <a:r>
              <a:rPr lang="en-US"/>
              <a:t>and </a:t>
            </a:r>
            <a:r>
              <a:rPr b="1" lang="en-US"/>
              <a:t>writes</a:t>
            </a:r>
            <a:r>
              <a:rPr lang="en-US"/>
              <a:t> alone.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2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View Serializability (Cont.)</a:t>
            </a:r>
            <a:endParaRPr/>
          </a:p>
        </p:txBody>
      </p:sp>
      <p:sp>
        <p:nvSpPr>
          <p:cNvPr id="240" name="Google Shape;240;p22"/>
          <p:cNvSpPr txBox="1"/>
          <p:nvPr>
            <p:ph idx="1" type="body"/>
          </p:nvPr>
        </p:nvSpPr>
        <p:spPr>
          <a:xfrm>
            <a:off x="683580" y="1102497"/>
            <a:ext cx="7634797" cy="53679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870"/>
              <a:buChar char="▪"/>
            </a:pPr>
            <a:r>
              <a:rPr lang="en-US"/>
              <a:t>A schedule </a:t>
            </a:r>
            <a:r>
              <a:rPr i="1" lang="en-US"/>
              <a:t>S</a:t>
            </a:r>
            <a:r>
              <a:rPr lang="en-US"/>
              <a:t> is </a:t>
            </a:r>
            <a:r>
              <a:rPr b="1" lang="en-US">
                <a:solidFill>
                  <a:srgbClr val="000099"/>
                </a:solidFill>
              </a:rPr>
              <a:t>view serializable</a:t>
            </a:r>
            <a:r>
              <a:rPr i="1" lang="en-US"/>
              <a:t> </a:t>
            </a:r>
            <a:r>
              <a:rPr lang="en-US"/>
              <a:t>if it is view equivalent to a serial schedule.</a:t>
            </a:r>
            <a:endParaRPr/>
          </a:p>
          <a:p>
            <a:pPr indent="-342900" lvl="0" marL="342900" rtl="0" algn="l">
              <a:spcBef>
                <a:spcPts val="595"/>
              </a:spcBef>
              <a:spcAft>
                <a:spcPts val="0"/>
              </a:spcAft>
              <a:buSzPts val="1870"/>
              <a:buChar char="▪"/>
            </a:pPr>
            <a:r>
              <a:rPr lang="en-US"/>
              <a:t>Every conflict serializable schedule is also view serializable.</a:t>
            </a:r>
            <a:endParaRPr/>
          </a:p>
          <a:p>
            <a:pPr indent="-342900" lvl="0" marL="342900" rtl="0" algn="l">
              <a:spcBef>
                <a:spcPts val="595"/>
              </a:spcBef>
              <a:spcAft>
                <a:spcPts val="0"/>
              </a:spcAft>
              <a:buSzPts val="1870"/>
              <a:buChar char="▪"/>
            </a:pPr>
            <a:r>
              <a:rPr lang="en-US"/>
              <a:t>Below is a schedule which is view-serializable but </a:t>
            </a:r>
            <a:r>
              <a:rPr i="1" lang="en-US"/>
              <a:t>not </a:t>
            </a:r>
            <a:r>
              <a:rPr lang="en-US"/>
              <a:t>conflict serializable.</a:t>
            </a:r>
            <a:br>
              <a:rPr lang="en-US"/>
            </a:br>
            <a:endParaRPr/>
          </a:p>
          <a:p>
            <a:pPr indent="-342900" lvl="0" marL="342900" rtl="0" algn="l">
              <a:spcBef>
                <a:spcPts val="595"/>
              </a:spcBef>
              <a:spcAft>
                <a:spcPts val="0"/>
              </a:spcAft>
              <a:buSzPts val="1870"/>
              <a:buFont typeface="Arial"/>
              <a:buNone/>
            </a:pPr>
            <a:r>
              <a:rPr lang="en-US"/>
              <a:t>		</a:t>
            </a:r>
            <a:endParaRPr/>
          </a:p>
          <a:p>
            <a:pPr indent="-342900" lvl="0" marL="342900" rtl="0" algn="l">
              <a:spcBef>
                <a:spcPts val="595"/>
              </a:spcBef>
              <a:spcAft>
                <a:spcPts val="0"/>
              </a:spcAft>
              <a:buSzPts val="1870"/>
              <a:buFont typeface="Arial"/>
              <a:buNone/>
            </a:pPr>
            <a:r>
              <a:t/>
            </a:r>
            <a:endParaRPr/>
          </a:p>
          <a:p>
            <a:pPr indent="-224155" lvl="0" marL="342900" rtl="0" algn="l">
              <a:spcBef>
                <a:spcPts val="595"/>
              </a:spcBef>
              <a:spcAft>
                <a:spcPts val="0"/>
              </a:spcAft>
              <a:buSzPts val="187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595"/>
              </a:spcBef>
              <a:spcAft>
                <a:spcPts val="0"/>
              </a:spcAft>
              <a:buSzPts val="1870"/>
              <a:buFont typeface="Arial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595"/>
              </a:spcBef>
              <a:spcAft>
                <a:spcPts val="0"/>
              </a:spcAft>
              <a:buSzPts val="1870"/>
              <a:buChar char="▪"/>
            </a:pPr>
            <a:r>
              <a:rPr lang="en-US"/>
              <a:t>What serial schedule is above equivalent to?</a:t>
            </a:r>
            <a:endParaRPr/>
          </a:p>
          <a:p>
            <a:pPr indent="-342900" lvl="0" marL="342900" rtl="0" algn="l">
              <a:spcBef>
                <a:spcPts val="595"/>
              </a:spcBef>
              <a:spcAft>
                <a:spcPts val="0"/>
              </a:spcAft>
              <a:buSzPts val="1870"/>
              <a:buChar char="▪"/>
            </a:pPr>
            <a:r>
              <a:rPr lang="en-US"/>
              <a:t>Every view serializable schedule that is not conflict serializable has </a:t>
            </a:r>
            <a:r>
              <a:rPr b="1" lang="en-US">
                <a:solidFill>
                  <a:srgbClr val="000099"/>
                </a:solidFill>
              </a:rPr>
              <a:t>blind writes </a:t>
            </a:r>
            <a:r>
              <a:rPr lang="en-US"/>
              <a:t>(writing a value to a data item without reading it first).</a:t>
            </a:r>
            <a:endParaRPr/>
          </a:p>
        </p:txBody>
      </p:sp>
      <p:pic>
        <p:nvPicPr>
          <p:cNvPr descr="New PDF from Images Output-1.pdf" id="241" name="Google Shape;241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77613" y="2590707"/>
            <a:ext cx="2936875" cy="13223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3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Other Notions of Serializability</a:t>
            </a:r>
            <a:endParaRPr/>
          </a:p>
        </p:txBody>
      </p:sp>
      <p:sp>
        <p:nvSpPr>
          <p:cNvPr id="248" name="Google Shape;248;p23"/>
          <p:cNvSpPr txBox="1"/>
          <p:nvPr>
            <p:ph idx="1" type="body"/>
          </p:nvPr>
        </p:nvSpPr>
        <p:spPr>
          <a:xfrm>
            <a:off x="683581" y="1102497"/>
            <a:ext cx="7066626" cy="53679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870"/>
              <a:buChar char="▪"/>
            </a:pPr>
            <a:r>
              <a:rPr lang="en-US"/>
              <a:t>The schedule below produces same outcome as the serial schedule &lt; </a:t>
            </a:r>
            <a:r>
              <a:rPr i="1" lang="en-US"/>
              <a:t>T</a:t>
            </a:r>
            <a:r>
              <a:rPr baseline="-25000" lang="en-US"/>
              <a:t>1</a:t>
            </a:r>
            <a:r>
              <a:rPr lang="en-US"/>
              <a:t>,</a:t>
            </a:r>
            <a:r>
              <a:rPr baseline="-25000" lang="en-US"/>
              <a:t> </a:t>
            </a:r>
            <a:r>
              <a:rPr i="1" lang="en-US"/>
              <a:t>T</a:t>
            </a:r>
            <a:r>
              <a:rPr baseline="-25000" lang="en-US"/>
              <a:t>5</a:t>
            </a:r>
            <a:r>
              <a:rPr lang="en-US"/>
              <a:t> &gt;, yet is not conflict equivalent or view equivalent to it.</a:t>
            </a:r>
            <a:endParaRPr/>
          </a:p>
          <a:p>
            <a:pPr indent="-342900" lvl="0" marL="342900" rtl="0" algn="l">
              <a:spcBef>
                <a:spcPts val="595"/>
              </a:spcBef>
              <a:spcAft>
                <a:spcPts val="0"/>
              </a:spcAft>
              <a:buSzPts val="1870"/>
              <a:buFont typeface="Arial"/>
              <a:buNone/>
            </a:pPr>
            <a:r>
              <a:rPr lang="en-US"/>
              <a:t>		</a:t>
            </a:r>
            <a:endParaRPr/>
          </a:p>
          <a:p>
            <a:pPr indent="-224155" lvl="0" marL="342900" rtl="0" algn="l">
              <a:spcBef>
                <a:spcPts val="595"/>
              </a:spcBef>
              <a:spcAft>
                <a:spcPts val="0"/>
              </a:spcAft>
              <a:buSzPts val="1870"/>
              <a:buNone/>
            </a:pPr>
            <a:r>
              <a:t/>
            </a:r>
            <a:endParaRPr/>
          </a:p>
          <a:p>
            <a:pPr indent="-224155" lvl="0" marL="342900" rtl="0" algn="l">
              <a:spcBef>
                <a:spcPts val="595"/>
              </a:spcBef>
              <a:spcAft>
                <a:spcPts val="0"/>
              </a:spcAft>
              <a:buSzPts val="1870"/>
              <a:buNone/>
            </a:pPr>
            <a:r>
              <a:t/>
            </a:r>
            <a:endParaRPr/>
          </a:p>
          <a:p>
            <a:pPr indent="-224155" lvl="0" marL="342900" rtl="0" algn="l">
              <a:spcBef>
                <a:spcPts val="595"/>
              </a:spcBef>
              <a:spcAft>
                <a:spcPts val="0"/>
              </a:spcAft>
              <a:buSzPts val="1870"/>
              <a:buNone/>
            </a:pPr>
            <a:r>
              <a:t/>
            </a:r>
            <a:endParaRPr/>
          </a:p>
          <a:p>
            <a:pPr indent="-224155" lvl="0" marL="342900" rtl="0" algn="l">
              <a:spcBef>
                <a:spcPts val="595"/>
              </a:spcBef>
              <a:spcAft>
                <a:spcPts val="0"/>
              </a:spcAft>
              <a:buSzPts val="1870"/>
              <a:buNone/>
            </a:pPr>
            <a:r>
              <a:t/>
            </a:r>
            <a:endParaRPr/>
          </a:p>
          <a:p>
            <a:pPr indent="-224155" lvl="0" marL="342900" rtl="0" algn="l">
              <a:spcBef>
                <a:spcPts val="595"/>
              </a:spcBef>
              <a:spcAft>
                <a:spcPts val="0"/>
              </a:spcAft>
              <a:buSzPts val="187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595"/>
              </a:spcBef>
              <a:spcAft>
                <a:spcPts val="0"/>
              </a:spcAft>
              <a:buSzPts val="1870"/>
              <a:buFont typeface="Arial"/>
              <a:buNone/>
            </a:pPr>
            <a:br>
              <a:rPr lang="en-US"/>
            </a:br>
            <a:br>
              <a:rPr lang="en-US"/>
            </a:br>
            <a:endParaRPr/>
          </a:p>
          <a:p>
            <a:pPr indent="-342900" lvl="0" marL="342900" rtl="0" algn="l">
              <a:spcBef>
                <a:spcPts val="595"/>
              </a:spcBef>
              <a:spcAft>
                <a:spcPts val="0"/>
              </a:spcAft>
              <a:buSzPts val="1870"/>
              <a:buFont typeface="Arial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595"/>
              </a:spcBef>
              <a:spcAft>
                <a:spcPts val="0"/>
              </a:spcAft>
              <a:buSzPts val="1870"/>
              <a:buChar char="▪"/>
            </a:pPr>
            <a:r>
              <a:rPr lang="en-US"/>
              <a:t>Determining such equivalence requires analysis of operations other than read and write.</a:t>
            </a:r>
            <a:endParaRPr/>
          </a:p>
          <a:p>
            <a:pPr indent="-224155" lvl="0" marL="342900" rtl="0" algn="l">
              <a:spcBef>
                <a:spcPts val="595"/>
              </a:spcBef>
              <a:spcAft>
                <a:spcPts val="0"/>
              </a:spcAft>
              <a:buSzPts val="1870"/>
              <a:buNone/>
            </a:pPr>
            <a:r>
              <a:t/>
            </a:r>
            <a:endParaRPr/>
          </a:p>
          <a:p>
            <a:pPr indent="-224155" lvl="0" marL="342900" rtl="0" algn="l">
              <a:spcBef>
                <a:spcPts val="595"/>
              </a:spcBef>
              <a:spcAft>
                <a:spcPts val="0"/>
              </a:spcAft>
              <a:buSzPts val="1870"/>
              <a:buNone/>
            </a:pPr>
            <a:r>
              <a:t/>
            </a:r>
            <a:endParaRPr/>
          </a:p>
        </p:txBody>
      </p:sp>
      <p:pic>
        <p:nvPicPr>
          <p:cNvPr id="249" name="Google Shape;249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54799" y="1966118"/>
            <a:ext cx="2844800" cy="29257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4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Testing for Serializability </a:t>
            </a:r>
            <a:endParaRPr/>
          </a:p>
        </p:txBody>
      </p:sp>
      <p:sp>
        <p:nvSpPr>
          <p:cNvPr id="256" name="Google Shape;256;p24"/>
          <p:cNvSpPr txBox="1"/>
          <p:nvPr>
            <p:ph idx="1" type="body"/>
          </p:nvPr>
        </p:nvSpPr>
        <p:spPr>
          <a:xfrm>
            <a:off x="692458" y="1102497"/>
            <a:ext cx="7522855" cy="53679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870"/>
              <a:buFont typeface="Noto Sans Symbols"/>
              <a:buChar char="▪"/>
            </a:pPr>
            <a:r>
              <a:rPr lang="en-US"/>
              <a:t>Consider some schedule of a set of transactions </a:t>
            </a:r>
            <a:r>
              <a:rPr i="1" lang="en-US"/>
              <a:t>T</a:t>
            </a:r>
            <a:r>
              <a:rPr baseline="-25000" lang="en-US"/>
              <a:t>1</a:t>
            </a:r>
            <a:r>
              <a:rPr lang="en-US"/>
              <a:t>, </a:t>
            </a:r>
            <a:r>
              <a:rPr i="1" lang="en-US"/>
              <a:t>T</a:t>
            </a:r>
            <a:r>
              <a:rPr baseline="-25000" lang="en-US"/>
              <a:t>2</a:t>
            </a:r>
            <a:r>
              <a:rPr lang="en-US"/>
              <a:t>, ..., </a:t>
            </a:r>
            <a:r>
              <a:rPr i="1" lang="en-US"/>
              <a:t>T</a:t>
            </a:r>
            <a:r>
              <a:rPr baseline="-25000" i="1" lang="en-US"/>
              <a:t>n</a:t>
            </a:r>
            <a:endParaRPr/>
          </a:p>
          <a:p>
            <a:pPr indent="-342900" lvl="0" marL="342900" rtl="0" algn="l">
              <a:spcBef>
                <a:spcPts val="595"/>
              </a:spcBef>
              <a:spcAft>
                <a:spcPts val="0"/>
              </a:spcAft>
              <a:buSzPts val="1870"/>
              <a:buFont typeface="Noto Sans Symbols"/>
              <a:buChar char="▪"/>
            </a:pPr>
            <a:r>
              <a:rPr b="1" lang="en-US">
                <a:solidFill>
                  <a:srgbClr val="000099"/>
                </a:solidFill>
              </a:rPr>
              <a:t>Precedence graph</a:t>
            </a:r>
            <a:r>
              <a:rPr i="1" lang="en-US"/>
              <a:t> </a:t>
            </a:r>
            <a:r>
              <a:rPr lang="en-US"/>
              <a:t>— a direct graph where the vertices are the transactions (names).</a:t>
            </a:r>
            <a:endParaRPr/>
          </a:p>
          <a:p>
            <a:pPr indent="-342900" lvl="0" marL="342900" rtl="0" algn="l">
              <a:spcBef>
                <a:spcPts val="595"/>
              </a:spcBef>
              <a:spcAft>
                <a:spcPts val="0"/>
              </a:spcAft>
              <a:buSzPts val="1870"/>
              <a:buFont typeface="Noto Sans Symbols"/>
              <a:buChar char="▪"/>
            </a:pPr>
            <a:r>
              <a:rPr lang="en-US"/>
              <a:t>We draw an arc from </a:t>
            </a:r>
            <a:r>
              <a:rPr i="1" lang="en-US"/>
              <a:t>T</a:t>
            </a:r>
            <a:r>
              <a:rPr baseline="-25000" i="1" lang="en-US"/>
              <a:t>i</a:t>
            </a:r>
            <a:r>
              <a:rPr i="1" lang="en-US"/>
              <a:t> </a:t>
            </a:r>
            <a:r>
              <a:rPr lang="en-US"/>
              <a:t>to </a:t>
            </a:r>
            <a:r>
              <a:rPr i="1" lang="en-US"/>
              <a:t>T</a:t>
            </a:r>
            <a:r>
              <a:rPr baseline="-25000" i="1" lang="en-US"/>
              <a:t>j</a:t>
            </a:r>
            <a:r>
              <a:rPr i="1" lang="en-US"/>
              <a:t> </a:t>
            </a:r>
            <a:r>
              <a:rPr lang="en-US"/>
              <a:t>if the two transactions conflict, and </a:t>
            </a:r>
            <a:r>
              <a:rPr i="1" lang="en-US"/>
              <a:t>T</a:t>
            </a:r>
            <a:r>
              <a:rPr baseline="-25000" i="1" lang="en-US"/>
              <a:t>i</a:t>
            </a:r>
            <a:r>
              <a:rPr i="1" lang="en-US"/>
              <a:t> </a:t>
            </a:r>
            <a:r>
              <a:rPr lang="en-US"/>
              <a:t>accessed the data item on which the conflict arose earlier.</a:t>
            </a:r>
            <a:endParaRPr/>
          </a:p>
          <a:p>
            <a:pPr indent="-342900" lvl="0" marL="342900" rtl="0" algn="l">
              <a:spcBef>
                <a:spcPts val="595"/>
              </a:spcBef>
              <a:spcAft>
                <a:spcPts val="0"/>
              </a:spcAft>
              <a:buSzPts val="1870"/>
              <a:buFont typeface="Noto Sans Symbols"/>
              <a:buChar char="▪"/>
            </a:pPr>
            <a:r>
              <a:rPr lang="en-US"/>
              <a:t>We may label the arc by the item that was accessed.</a:t>
            </a:r>
            <a:endParaRPr/>
          </a:p>
          <a:p>
            <a:pPr indent="-342900" lvl="0" marL="342900" rtl="0" algn="l">
              <a:spcBef>
                <a:spcPts val="595"/>
              </a:spcBef>
              <a:spcAft>
                <a:spcPts val="0"/>
              </a:spcAft>
              <a:buSzPts val="1870"/>
              <a:buFont typeface="Noto Sans Symbols"/>
              <a:buChar char="▪"/>
            </a:pPr>
            <a:r>
              <a:rPr lang="en-US"/>
              <a:t>Example</a:t>
            </a:r>
            <a:r>
              <a:rPr b="1" lang="en-US"/>
              <a:t> </a:t>
            </a:r>
            <a:r>
              <a:rPr lang="en-US"/>
              <a:t>of a precedence graph</a:t>
            </a:r>
            <a:endParaRPr/>
          </a:p>
        </p:txBody>
      </p:sp>
      <p:pic>
        <p:nvPicPr>
          <p:cNvPr id="257" name="Google Shape;257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56379" y="3471867"/>
            <a:ext cx="2174782" cy="1365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5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Test for Conflict Serializability</a:t>
            </a:r>
            <a:endParaRPr/>
          </a:p>
        </p:txBody>
      </p:sp>
      <p:sp>
        <p:nvSpPr>
          <p:cNvPr id="264" name="Google Shape;264;p25"/>
          <p:cNvSpPr txBox="1"/>
          <p:nvPr>
            <p:ph idx="1" type="body"/>
          </p:nvPr>
        </p:nvSpPr>
        <p:spPr>
          <a:xfrm>
            <a:off x="665825" y="1102497"/>
            <a:ext cx="4919966" cy="53679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870"/>
              <a:buFont typeface="Noto Sans Symbols"/>
              <a:buChar char="▪"/>
            </a:pPr>
            <a:r>
              <a:rPr lang="en-US"/>
              <a:t>A schedule is conflict serializable if and only if its precedence graph is acyclic.</a:t>
            </a:r>
            <a:endParaRPr/>
          </a:p>
          <a:p>
            <a:pPr indent="-342900" lvl="0" marL="342900" rtl="0" algn="l">
              <a:spcBef>
                <a:spcPts val="595"/>
              </a:spcBef>
              <a:spcAft>
                <a:spcPts val="0"/>
              </a:spcAft>
              <a:buSzPts val="1870"/>
              <a:buFont typeface="Noto Sans Symbols"/>
              <a:buChar char="▪"/>
            </a:pPr>
            <a:r>
              <a:rPr lang="en-US"/>
              <a:t>Cycle-detection algorithms exist which take order </a:t>
            </a:r>
            <a:r>
              <a:rPr i="1" lang="en-US"/>
              <a:t>n</a:t>
            </a:r>
            <a:r>
              <a:rPr baseline="30000" lang="en-US"/>
              <a:t>2</a:t>
            </a:r>
            <a:r>
              <a:rPr lang="en-US"/>
              <a:t> time, where </a:t>
            </a:r>
            <a:r>
              <a:rPr i="1" lang="en-US"/>
              <a:t>n </a:t>
            </a:r>
            <a:r>
              <a:rPr lang="en-US"/>
              <a:t>is the number of vertices in the graph.  </a:t>
            </a:r>
            <a:endParaRPr/>
          </a:p>
          <a:p>
            <a:pPr indent="-285750" lvl="1" marL="742950" rtl="0" algn="l">
              <a:spcBef>
                <a:spcPts val="595"/>
              </a:spcBef>
              <a:spcAft>
                <a:spcPts val="0"/>
              </a:spcAft>
              <a:buSzPts val="1870"/>
              <a:buChar char="•"/>
            </a:pPr>
            <a:r>
              <a:rPr lang="en-US"/>
              <a:t>(Better algorithms take order </a:t>
            </a:r>
            <a:r>
              <a:rPr i="1" lang="en-US"/>
              <a:t>n</a:t>
            </a:r>
            <a:r>
              <a:rPr lang="en-US"/>
              <a:t> + </a:t>
            </a:r>
            <a:r>
              <a:rPr i="1" lang="en-US"/>
              <a:t>e</a:t>
            </a:r>
            <a:r>
              <a:rPr lang="en-US"/>
              <a:t> where </a:t>
            </a:r>
            <a:r>
              <a:rPr i="1" lang="en-US"/>
              <a:t>e</a:t>
            </a:r>
            <a:r>
              <a:rPr lang="en-US"/>
              <a:t> is the number of edges.)</a:t>
            </a:r>
            <a:endParaRPr/>
          </a:p>
          <a:p>
            <a:pPr indent="-342900" lvl="0" marL="342900" rtl="0" algn="l">
              <a:spcBef>
                <a:spcPts val="595"/>
              </a:spcBef>
              <a:spcAft>
                <a:spcPts val="0"/>
              </a:spcAft>
              <a:buSzPts val="1870"/>
              <a:buFont typeface="Noto Sans Symbols"/>
              <a:buChar char="▪"/>
            </a:pPr>
            <a:r>
              <a:rPr lang="en-US"/>
              <a:t>If precedence graph is acyclic, the serializability order can be obtained by a </a:t>
            </a:r>
            <a:r>
              <a:rPr i="1" lang="en-US">
                <a:solidFill>
                  <a:srgbClr val="000099"/>
                </a:solidFill>
              </a:rPr>
              <a:t>topological sorting</a:t>
            </a:r>
            <a:r>
              <a:rPr lang="en-US"/>
              <a:t> of the graph. </a:t>
            </a:r>
            <a:endParaRPr/>
          </a:p>
          <a:p>
            <a:pPr indent="-285750" lvl="1" marL="742950" rtl="0" algn="l">
              <a:spcBef>
                <a:spcPts val="595"/>
              </a:spcBef>
              <a:spcAft>
                <a:spcPts val="0"/>
              </a:spcAft>
              <a:buSzPts val="1870"/>
              <a:buChar char="•"/>
            </a:pPr>
            <a:r>
              <a:rPr lang="en-US"/>
              <a:t> This is a linear order consistent with the partial order of the graph.</a:t>
            </a:r>
            <a:endParaRPr/>
          </a:p>
          <a:p>
            <a:pPr indent="-285750" lvl="1" marL="742950" rtl="0" algn="l">
              <a:spcBef>
                <a:spcPts val="595"/>
              </a:spcBef>
              <a:spcAft>
                <a:spcPts val="0"/>
              </a:spcAft>
              <a:buSzPts val="1870"/>
              <a:buChar char="•"/>
            </a:pPr>
            <a:r>
              <a:rPr lang="en-US"/>
              <a:t>For example, a serializability order for Schedule A would be</a:t>
            </a:r>
            <a:br>
              <a:rPr lang="en-US"/>
            </a:br>
            <a:r>
              <a:rPr i="1" lang="en-US"/>
              <a:t>T</a:t>
            </a:r>
            <a:r>
              <a:rPr baseline="-25000" lang="en-US"/>
              <a:t>5</a:t>
            </a:r>
            <a:r>
              <a:rPr lang="en-US"/>
              <a:t> → </a:t>
            </a:r>
            <a:r>
              <a:rPr i="1" lang="en-US"/>
              <a:t>T</a:t>
            </a:r>
            <a:r>
              <a:rPr baseline="-25000" lang="en-US"/>
              <a:t>1</a:t>
            </a:r>
            <a:r>
              <a:rPr lang="en-US"/>
              <a:t> → </a:t>
            </a:r>
            <a:r>
              <a:rPr i="1" lang="en-US"/>
              <a:t>T</a:t>
            </a:r>
            <a:r>
              <a:rPr baseline="-25000" lang="en-US"/>
              <a:t>3</a:t>
            </a:r>
            <a:r>
              <a:rPr lang="en-US"/>
              <a:t> → </a:t>
            </a:r>
            <a:r>
              <a:rPr i="1" lang="en-US"/>
              <a:t>T</a:t>
            </a:r>
            <a:r>
              <a:rPr baseline="-25000" lang="en-US"/>
              <a:t>2</a:t>
            </a:r>
            <a:r>
              <a:rPr lang="en-US"/>
              <a:t> → </a:t>
            </a:r>
            <a:r>
              <a:rPr i="1" lang="en-US"/>
              <a:t>T</a:t>
            </a:r>
            <a:r>
              <a:rPr baseline="-25000" lang="en-US"/>
              <a:t>4</a:t>
            </a:r>
            <a:endParaRPr/>
          </a:p>
          <a:p>
            <a:pPr indent="-228600" lvl="2" marL="1085850" rtl="0" algn="l">
              <a:spcBef>
                <a:spcPts val="595"/>
              </a:spcBef>
              <a:spcAft>
                <a:spcPts val="0"/>
              </a:spcAft>
              <a:buSzPts val="1700"/>
              <a:buChar char="▪"/>
            </a:pPr>
            <a:r>
              <a:rPr lang="en-US"/>
              <a:t>Are there others?</a:t>
            </a:r>
            <a:endParaRPr/>
          </a:p>
        </p:txBody>
      </p:sp>
      <p:pic>
        <p:nvPicPr>
          <p:cNvPr id="265" name="Google Shape;26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89613" y="1055688"/>
            <a:ext cx="2954337" cy="5340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26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Test for View Serializability</a:t>
            </a:r>
            <a:endParaRPr/>
          </a:p>
        </p:txBody>
      </p:sp>
      <p:sp>
        <p:nvSpPr>
          <p:cNvPr id="272" name="Google Shape;272;p26"/>
          <p:cNvSpPr txBox="1"/>
          <p:nvPr>
            <p:ph idx="1" type="body"/>
          </p:nvPr>
        </p:nvSpPr>
        <p:spPr>
          <a:xfrm>
            <a:off x="701336" y="1102497"/>
            <a:ext cx="7581530" cy="53679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870"/>
              <a:buFont typeface="Noto Sans Symbols"/>
              <a:buChar char="▪"/>
            </a:pPr>
            <a:r>
              <a:rPr lang="en-US"/>
              <a:t>The precedence graph test for conflict serializability cannot be used directly to test for view serializability.</a:t>
            </a:r>
            <a:endParaRPr/>
          </a:p>
          <a:p>
            <a:pPr indent="-285750" lvl="1" marL="742950" rtl="0" algn="l">
              <a:spcBef>
                <a:spcPts val="595"/>
              </a:spcBef>
              <a:spcAft>
                <a:spcPts val="0"/>
              </a:spcAft>
              <a:buSzPts val="1870"/>
              <a:buChar char="•"/>
            </a:pPr>
            <a:r>
              <a:rPr lang="en-US"/>
              <a:t>Extension to test for view serializability has cost exponential in the size of the precedence graph.</a:t>
            </a:r>
            <a:endParaRPr/>
          </a:p>
          <a:p>
            <a:pPr indent="-342900" lvl="0" marL="342900" rtl="0" algn="l">
              <a:spcBef>
                <a:spcPts val="595"/>
              </a:spcBef>
              <a:spcAft>
                <a:spcPts val="0"/>
              </a:spcAft>
              <a:buSzPts val="1870"/>
              <a:buFont typeface="Noto Sans Symbols"/>
              <a:buChar char="▪"/>
            </a:pPr>
            <a:r>
              <a:rPr lang="en-US"/>
              <a:t>The problem of checking if a schedule is view serializable falls in the class of </a:t>
            </a:r>
            <a:r>
              <a:rPr i="1" lang="en-US"/>
              <a:t>NP</a:t>
            </a:r>
            <a:r>
              <a:rPr lang="en-US"/>
              <a:t>-complete problems. </a:t>
            </a:r>
            <a:endParaRPr/>
          </a:p>
          <a:p>
            <a:pPr indent="-285750" lvl="1" marL="742950" rtl="0" algn="l">
              <a:spcBef>
                <a:spcPts val="595"/>
              </a:spcBef>
              <a:spcAft>
                <a:spcPts val="0"/>
              </a:spcAft>
              <a:buSzPts val="1870"/>
              <a:buChar char="•"/>
            </a:pPr>
            <a:r>
              <a:rPr lang="en-US"/>
              <a:t>Thus, existence of an efficient algorithm is </a:t>
            </a:r>
            <a:r>
              <a:rPr i="1" lang="en-US"/>
              <a:t>extremely</a:t>
            </a:r>
            <a:r>
              <a:rPr lang="en-US"/>
              <a:t> unlikely.</a:t>
            </a:r>
            <a:endParaRPr/>
          </a:p>
          <a:p>
            <a:pPr indent="-342900" lvl="0" marL="342900" rtl="0" algn="l">
              <a:spcBef>
                <a:spcPts val="595"/>
              </a:spcBef>
              <a:spcAft>
                <a:spcPts val="0"/>
              </a:spcAft>
              <a:buSzPts val="1870"/>
              <a:buFont typeface="Noto Sans Symbols"/>
              <a:buChar char="▪"/>
            </a:pPr>
            <a:r>
              <a:rPr lang="en-US"/>
              <a:t>However practical algorithms that just check some </a:t>
            </a:r>
            <a:r>
              <a:rPr b="1" lang="en-US"/>
              <a:t>sufficient</a:t>
            </a:r>
            <a:r>
              <a:rPr i="1" lang="en-US"/>
              <a:t> </a:t>
            </a:r>
            <a:r>
              <a:rPr b="1" lang="en-US"/>
              <a:t>conditions</a:t>
            </a:r>
            <a:r>
              <a:rPr lang="en-US"/>
              <a:t> for view serializability can still be used.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27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Recoverable Schedules</a:t>
            </a:r>
            <a:endParaRPr/>
          </a:p>
        </p:txBody>
      </p:sp>
      <p:sp>
        <p:nvSpPr>
          <p:cNvPr id="279" name="Google Shape;279;p27"/>
          <p:cNvSpPr txBox="1"/>
          <p:nvPr>
            <p:ph idx="1" type="body"/>
          </p:nvPr>
        </p:nvSpPr>
        <p:spPr>
          <a:xfrm>
            <a:off x="701336" y="1686901"/>
            <a:ext cx="7776839" cy="47835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870"/>
              <a:buChar char="▪"/>
            </a:pPr>
            <a:r>
              <a:rPr b="1" lang="en-US">
                <a:solidFill>
                  <a:srgbClr val="000099"/>
                </a:solidFill>
              </a:rPr>
              <a:t>Recoverable</a:t>
            </a:r>
            <a:r>
              <a:rPr b="1" i="1" lang="en-US">
                <a:solidFill>
                  <a:srgbClr val="000099"/>
                </a:solidFill>
              </a:rPr>
              <a:t> </a:t>
            </a:r>
            <a:r>
              <a:rPr b="1" lang="en-US">
                <a:solidFill>
                  <a:srgbClr val="000099"/>
                </a:solidFill>
              </a:rPr>
              <a:t>schedule</a:t>
            </a:r>
            <a:r>
              <a:rPr lang="en-US"/>
              <a:t> — if a transaction </a:t>
            </a:r>
            <a:r>
              <a:rPr i="1" lang="en-US"/>
              <a:t>T</a:t>
            </a:r>
            <a:r>
              <a:rPr baseline="-25000" i="1" lang="en-US"/>
              <a:t>j</a:t>
            </a:r>
            <a:r>
              <a:rPr lang="en-US"/>
              <a:t> reads a data item previously written by a transaction </a:t>
            </a:r>
            <a:r>
              <a:rPr i="1" lang="en-US"/>
              <a:t>T</a:t>
            </a:r>
            <a:r>
              <a:rPr baseline="-25000" i="1" lang="en-US"/>
              <a:t>i </a:t>
            </a:r>
            <a:r>
              <a:rPr lang="en-US"/>
              <a:t>, then the commit operation of </a:t>
            </a:r>
            <a:r>
              <a:rPr i="1" lang="en-US"/>
              <a:t>T</a:t>
            </a:r>
            <a:r>
              <a:rPr baseline="-25000" i="1" lang="en-US"/>
              <a:t>i</a:t>
            </a:r>
            <a:r>
              <a:rPr i="1" lang="en-US"/>
              <a:t> </a:t>
            </a:r>
            <a:r>
              <a:rPr lang="en-US"/>
              <a:t> appears before the commit operation of </a:t>
            </a:r>
            <a:r>
              <a:rPr i="1" lang="en-US"/>
              <a:t>T</a:t>
            </a:r>
            <a:r>
              <a:rPr baseline="-25000" i="1" lang="en-US"/>
              <a:t>j</a:t>
            </a:r>
            <a:r>
              <a:rPr i="1" lang="en-US"/>
              <a:t>.</a:t>
            </a:r>
            <a:endParaRPr/>
          </a:p>
          <a:p>
            <a:pPr indent="-342900" lvl="0" marL="342900" rtl="0" algn="l">
              <a:spcBef>
                <a:spcPts val="595"/>
              </a:spcBef>
              <a:spcAft>
                <a:spcPts val="0"/>
              </a:spcAft>
              <a:buSzPts val="1870"/>
              <a:buChar char="▪"/>
            </a:pPr>
            <a:r>
              <a:rPr lang="en-US"/>
              <a:t>The following schedule (Schedule 11) is not recoverable</a:t>
            </a:r>
            <a:br>
              <a:rPr lang="en-US"/>
            </a:br>
            <a:r>
              <a:rPr lang="en-US"/>
              <a:t>		</a:t>
            </a:r>
            <a:endParaRPr/>
          </a:p>
          <a:p>
            <a:pPr indent="-224155" lvl="0" marL="342900" rtl="0" algn="l">
              <a:spcBef>
                <a:spcPts val="595"/>
              </a:spcBef>
              <a:spcAft>
                <a:spcPts val="0"/>
              </a:spcAft>
              <a:buSzPts val="1870"/>
              <a:buNone/>
            </a:pPr>
            <a:r>
              <a:t/>
            </a:r>
            <a:endParaRPr/>
          </a:p>
          <a:p>
            <a:pPr indent="-224155" lvl="0" marL="342900" rtl="0" algn="l">
              <a:spcBef>
                <a:spcPts val="595"/>
              </a:spcBef>
              <a:spcAft>
                <a:spcPts val="0"/>
              </a:spcAft>
              <a:buSzPts val="1870"/>
              <a:buNone/>
            </a:pPr>
            <a:r>
              <a:t/>
            </a:r>
            <a:endParaRPr/>
          </a:p>
          <a:p>
            <a:pPr indent="-224155" lvl="0" marL="342900" rtl="0" algn="l">
              <a:spcBef>
                <a:spcPts val="595"/>
              </a:spcBef>
              <a:spcAft>
                <a:spcPts val="0"/>
              </a:spcAft>
              <a:buSzPts val="1870"/>
              <a:buNone/>
            </a:pPr>
            <a:r>
              <a:t/>
            </a:r>
            <a:endParaRPr/>
          </a:p>
          <a:p>
            <a:pPr indent="-224155" lvl="0" marL="342900" rtl="0" algn="l">
              <a:spcBef>
                <a:spcPts val="595"/>
              </a:spcBef>
              <a:spcAft>
                <a:spcPts val="0"/>
              </a:spcAft>
              <a:buSzPts val="187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595"/>
              </a:spcBef>
              <a:spcAft>
                <a:spcPts val="0"/>
              </a:spcAft>
              <a:buSzPts val="1870"/>
              <a:buChar char="▪"/>
            </a:pPr>
            <a:r>
              <a:rPr lang="en-US"/>
              <a:t>If </a:t>
            </a:r>
            <a:r>
              <a:rPr i="1" lang="en-US"/>
              <a:t>T</a:t>
            </a:r>
            <a:r>
              <a:rPr baseline="-25000" lang="en-US"/>
              <a:t>8</a:t>
            </a:r>
            <a:r>
              <a:rPr lang="en-US" sz="1600"/>
              <a:t> </a:t>
            </a:r>
            <a:r>
              <a:rPr lang="en-US"/>
              <a:t>should abort, </a:t>
            </a:r>
            <a:r>
              <a:rPr i="1" lang="en-US"/>
              <a:t>T</a:t>
            </a:r>
            <a:r>
              <a:rPr baseline="-25000" lang="en-US"/>
              <a:t>9</a:t>
            </a:r>
            <a:r>
              <a:rPr lang="en-US"/>
              <a:t> would have read (and possibly shown to the user) an inconsistent database state.  Hence, database must ensure that schedules are recoverable.</a:t>
            </a:r>
            <a:endParaRPr/>
          </a:p>
        </p:txBody>
      </p:sp>
      <p:sp>
        <p:nvSpPr>
          <p:cNvPr id="280" name="Google Shape;280;p27"/>
          <p:cNvSpPr txBox="1"/>
          <p:nvPr/>
        </p:nvSpPr>
        <p:spPr>
          <a:xfrm>
            <a:off x="701336" y="1071347"/>
            <a:ext cx="7688062" cy="6155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Need to address the effect of transaction failures on concurrently </a:t>
            </a:r>
            <a:br>
              <a:rPr lang="en-US" sz="17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lang="en-US" sz="17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running transactions.</a:t>
            </a:r>
            <a:endParaRPr/>
          </a:p>
        </p:txBody>
      </p:sp>
      <p:pic>
        <p:nvPicPr>
          <p:cNvPr id="281" name="Google Shape;281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17814" y="2971608"/>
            <a:ext cx="2913063" cy="15128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28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Cascading Rollbacks</a:t>
            </a:r>
            <a:endParaRPr/>
          </a:p>
        </p:txBody>
      </p:sp>
      <p:sp>
        <p:nvSpPr>
          <p:cNvPr id="288" name="Google Shape;288;p28"/>
          <p:cNvSpPr txBox="1"/>
          <p:nvPr>
            <p:ph idx="1" type="body"/>
          </p:nvPr>
        </p:nvSpPr>
        <p:spPr>
          <a:xfrm>
            <a:off x="674703" y="1102497"/>
            <a:ext cx="7776840" cy="53679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870"/>
              <a:buChar char="▪"/>
            </a:pPr>
            <a:r>
              <a:rPr b="1" lang="en-US">
                <a:solidFill>
                  <a:srgbClr val="000099"/>
                </a:solidFill>
              </a:rPr>
              <a:t>Cascading rollback</a:t>
            </a:r>
            <a:r>
              <a:rPr lang="en-US"/>
              <a:t> – a single transaction failure leads to a series of transaction rollbacks.  Consider the following schedule where none of the transactions has yet committed (so the schedule is recoverable)</a:t>
            </a: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r>
              <a:rPr lang="en-US"/>
              <a:t>If </a:t>
            </a:r>
            <a:r>
              <a:rPr i="1" lang="en-US"/>
              <a:t>T</a:t>
            </a:r>
            <a:r>
              <a:rPr baseline="-25000" lang="en-US"/>
              <a:t>10</a:t>
            </a:r>
            <a:r>
              <a:rPr lang="en-US"/>
              <a:t> fails, </a:t>
            </a:r>
            <a:r>
              <a:rPr i="1" lang="en-US"/>
              <a:t>T</a:t>
            </a:r>
            <a:r>
              <a:rPr baseline="-25000" lang="en-US"/>
              <a:t>11</a:t>
            </a:r>
            <a:r>
              <a:rPr lang="en-US"/>
              <a:t> and </a:t>
            </a:r>
            <a:r>
              <a:rPr i="1" lang="en-US"/>
              <a:t>T</a:t>
            </a:r>
            <a:r>
              <a:rPr baseline="-25000" lang="en-US"/>
              <a:t>12</a:t>
            </a:r>
            <a:r>
              <a:rPr lang="en-US"/>
              <a:t> must also be rolled back.</a:t>
            </a:r>
            <a:endParaRPr/>
          </a:p>
          <a:p>
            <a:pPr indent="-342900" lvl="0" marL="342900" rtl="0" algn="l">
              <a:spcBef>
                <a:spcPts val="595"/>
              </a:spcBef>
              <a:spcAft>
                <a:spcPts val="0"/>
              </a:spcAft>
              <a:buSzPts val="1870"/>
              <a:buChar char="▪"/>
            </a:pPr>
            <a:r>
              <a:rPr lang="en-US"/>
              <a:t>Can lead to the undoing of a significant amount of work</a:t>
            </a:r>
            <a:endParaRPr/>
          </a:p>
        </p:txBody>
      </p:sp>
      <p:pic>
        <p:nvPicPr>
          <p:cNvPr id="289" name="Google Shape;289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65647" y="2122396"/>
            <a:ext cx="3429000" cy="19256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9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Cascadeless Schedules</a:t>
            </a:r>
            <a:endParaRPr/>
          </a:p>
        </p:txBody>
      </p:sp>
      <p:sp>
        <p:nvSpPr>
          <p:cNvPr id="296" name="Google Shape;296;p29"/>
          <p:cNvSpPr txBox="1"/>
          <p:nvPr>
            <p:ph idx="1" type="body"/>
          </p:nvPr>
        </p:nvSpPr>
        <p:spPr>
          <a:xfrm>
            <a:off x="692458" y="1102497"/>
            <a:ext cx="7776839" cy="53679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870"/>
              <a:buFont typeface="Noto Sans Symbols"/>
              <a:buChar char="▪"/>
            </a:pPr>
            <a:r>
              <a:rPr b="1" lang="en-US">
                <a:solidFill>
                  <a:srgbClr val="000099"/>
                </a:solidFill>
              </a:rPr>
              <a:t>Cascadeless</a:t>
            </a:r>
            <a:r>
              <a:rPr b="1" i="1" lang="en-US">
                <a:solidFill>
                  <a:srgbClr val="000099"/>
                </a:solidFill>
              </a:rPr>
              <a:t> </a:t>
            </a:r>
            <a:r>
              <a:rPr b="1" lang="en-US">
                <a:solidFill>
                  <a:srgbClr val="000099"/>
                </a:solidFill>
              </a:rPr>
              <a:t>schedules</a:t>
            </a:r>
            <a:r>
              <a:rPr lang="en-US"/>
              <a:t> — cascading rollbacks cannot occur;</a:t>
            </a:r>
            <a:endParaRPr/>
          </a:p>
          <a:p>
            <a:pPr indent="-285750" lvl="1" marL="742950" rtl="0" algn="l">
              <a:spcBef>
                <a:spcPts val="595"/>
              </a:spcBef>
              <a:spcAft>
                <a:spcPts val="0"/>
              </a:spcAft>
              <a:buSzPts val="1870"/>
              <a:buChar char="•"/>
            </a:pPr>
            <a:r>
              <a:rPr lang="en-US"/>
              <a:t>For each pair of transactions </a:t>
            </a:r>
            <a:r>
              <a:rPr i="1" lang="en-US"/>
              <a:t>T</a:t>
            </a:r>
            <a:r>
              <a:rPr baseline="-25000" i="1" lang="en-US"/>
              <a:t>i</a:t>
            </a:r>
            <a:r>
              <a:rPr i="1" lang="en-US"/>
              <a:t> </a:t>
            </a:r>
            <a:r>
              <a:rPr lang="en-US"/>
              <a:t>and </a:t>
            </a:r>
            <a:r>
              <a:rPr i="1" lang="en-US"/>
              <a:t>T</a:t>
            </a:r>
            <a:r>
              <a:rPr baseline="-25000" i="1" lang="en-US"/>
              <a:t>j</a:t>
            </a:r>
            <a:r>
              <a:rPr lang="en-US"/>
              <a:t> such that </a:t>
            </a:r>
            <a:r>
              <a:rPr i="1" lang="en-US"/>
              <a:t>T</a:t>
            </a:r>
            <a:r>
              <a:rPr baseline="-25000" i="1" lang="en-US"/>
              <a:t>j</a:t>
            </a:r>
            <a:r>
              <a:rPr lang="en-US"/>
              <a:t>  reads a data item previously written by </a:t>
            </a:r>
            <a:r>
              <a:rPr i="1" lang="en-US"/>
              <a:t>T</a:t>
            </a:r>
            <a:r>
              <a:rPr baseline="-25000" i="1" lang="en-US"/>
              <a:t>i</a:t>
            </a:r>
            <a:r>
              <a:rPr lang="en-US"/>
              <a:t>, the commit operation of </a:t>
            </a:r>
            <a:r>
              <a:rPr i="1" lang="en-US"/>
              <a:t>T</a:t>
            </a:r>
            <a:r>
              <a:rPr baseline="-25000" i="1" lang="en-US"/>
              <a:t>i</a:t>
            </a:r>
            <a:r>
              <a:rPr i="1" lang="en-US"/>
              <a:t> </a:t>
            </a:r>
            <a:r>
              <a:rPr lang="en-US"/>
              <a:t> appears before the read operation of </a:t>
            </a:r>
            <a:r>
              <a:rPr i="1" lang="en-US"/>
              <a:t>T</a:t>
            </a:r>
            <a:r>
              <a:rPr baseline="-25000" i="1" lang="en-US"/>
              <a:t>j</a:t>
            </a:r>
            <a:r>
              <a:rPr lang="en-US"/>
              <a:t>.</a:t>
            </a:r>
            <a:endParaRPr/>
          </a:p>
          <a:p>
            <a:pPr indent="-342900" lvl="0" marL="342900" rtl="0" algn="l">
              <a:spcBef>
                <a:spcPts val="595"/>
              </a:spcBef>
              <a:spcAft>
                <a:spcPts val="0"/>
              </a:spcAft>
              <a:buSzPts val="1870"/>
              <a:buFont typeface="Noto Sans Symbols"/>
              <a:buChar char="▪"/>
            </a:pPr>
            <a:r>
              <a:rPr lang="en-US"/>
              <a:t>Every Cascadeless schedule is also recoverable</a:t>
            </a:r>
            <a:endParaRPr/>
          </a:p>
          <a:p>
            <a:pPr indent="-342900" lvl="0" marL="342900" rtl="0" algn="l">
              <a:spcBef>
                <a:spcPts val="595"/>
              </a:spcBef>
              <a:spcAft>
                <a:spcPts val="0"/>
              </a:spcAft>
              <a:buSzPts val="1870"/>
              <a:buFont typeface="Noto Sans Symbols"/>
              <a:buChar char="▪"/>
            </a:pPr>
            <a:r>
              <a:rPr lang="en-US"/>
              <a:t>It is desirable to restrict the schedules to those that are cascadeless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30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Concurrency Control</a:t>
            </a:r>
            <a:endParaRPr/>
          </a:p>
        </p:txBody>
      </p:sp>
      <p:sp>
        <p:nvSpPr>
          <p:cNvPr id="303" name="Google Shape;303;p30"/>
          <p:cNvSpPr txBox="1"/>
          <p:nvPr>
            <p:ph idx="1" type="body"/>
          </p:nvPr>
        </p:nvSpPr>
        <p:spPr>
          <a:xfrm>
            <a:off x="656948" y="1102497"/>
            <a:ext cx="7812349" cy="53679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870"/>
              <a:buFont typeface="Noto Sans Symbols"/>
              <a:buChar char="▪"/>
            </a:pPr>
            <a:r>
              <a:rPr lang="en-US"/>
              <a:t>A database must provide a mechanism that will ensure that all possible schedules are </a:t>
            </a:r>
            <a:endParaRPr/>
          </a:p>
          <a:p>
            <a:pPr indent="-285750" lvl="1" marL="742950" rtl="0" algn="l">
              <a:spcBef>
                <a:spcPts val="595"/>
              </a:spcBef>
              <a:spcAft>
                <a:spcPts val="0"/>
              </a:spcAft>
              <a:buSzPts val="1870"/>
              <a:buChar char="•"/>
            </a:pPr>
            <a:r>
              <a:rPr lang="en-US"/>
              <a:t>either conflict or view serializable, and </a:t>
            </a:r>
            <a:endParaRPr/>
          </a:p>
          <a:p>
            <a:pPr indent="-285750" lvl="1" marL="742950" rtl="0" algn="l">
              <a:spcBef>
                <a:spcPts val="595"/>
              </a:spcBef>
              <a:spcAft>
                <a:spcPts val="0"/>
              </a:spcAft>
              <a:buSzPts val="1870"/>
              <a:buChar char="•"/>
            </a:pPr>
            <a:r>
              <a:rPr lang="en-US"/>
              <a:t>are recoverable and preferably cascadeless</a:t>
            </a:r>
            <a:endParaRPr/>
          </a:p>
          <a:p>
            <a:pPr indent="-342900" lvl="0" marL="342900" rtl="0" algn="l">
              <a:spcBef>
                <a:spcPts val="595"/>
              </a:spcBef>
              <a:spcAft>
                <a:spcPts val="0"/>
              </a:spcAft>
              <a:buSzPts val="1870"/>
              <a:buFont typeface="Noto Sans Symbols"/>
              <a:buChar char="▪"/>
            </a:pPr>
            <a:r>
              <a:rPr lang="en-US"/>
              <a:t>A policy in which only one transaction can execute at a time generates serial schedules, but provides a poor degree of concurrency</a:t>
            </a:r>
            <a:endParaRPr/>
          </a:p>
          <a:p>
            <a:pPr indent="-285750" lvl="1" marL="742950" rtl="0" algn="l">
              <a:spcBef>
                <a:spcPts val="595"/>
              </a:spcBef>
              <a:spcAft>
                <a:spcPts val="0"/>
              </a:spcAft>
              <a:buSzPts val="1870"/>
              <a:buChar char="•"/>
            </a:pPr>
            <a:r>
              <a:rPr lang="en-US"/>
              <a:t>Are serial schedules recoverable/cascadeless?</a:t>
            </a:r>
            <a:endParaRPr/>
          </a:p>
          <a:p>
            <a:pPr indent="-342900" lvl="0" marL="342900" rtl="0" algn="l">
              <a:spcBef>
                <a:spcPts val="595"/>
              </a:spcBef>
              <a:spcAft>
                <a:spcPts val="0"/>
              </a:spcAft>
              <a:buSzPts val="1870"/>
              <a:buFont typeface="Noto Sans Symbols"/>
              <a:buChar char="▪"/>
            </a:pPr>
            <a:r>
              <a:rPr lang="en-US"/>
              <a:t>Testing a schedule for serializability </a:t>
            </a:r>
            <a:r>
              <a:rPr i="1" lang="en-US"/>
              <a:t>after</a:t>
            </a:r>
            <a:r>
              <a:rPr lang="en-US"/>
              <a:t> it has executed is a little too late!</a:t>
            </a:r>
            <a:endParaRPr/>
          </a:p>
          <a:p>
            <a:pPr indent="-342900" lvl="0" marL="342900" rtl="0" algn="l">
              <a:spcBef>
                <a:spcPts val="595"/>
              </a:spcBef>
              <a:spcAft>
                <a:spcPts val="0"/>
              </a:spcAft>
              <a:buSzPts val="1870"/>
              <a:buFont typeface="Noto Sans Symbols"/>
              <a:buChar char="▪"/>
            </a:pPr>
            <a:r>
              <a:rPr b="1" lang="en-US">
                <a:solidFill>
                  <a:srgbClr val="000099"/>
                </a:solidFill>
              </a:rPr>
              <a:t>Goal</a:t>
            </a:r>
            <a:r>
              <a:rPr lang="en-US"/>
              <a:t> – to develop concurrency control protocols that will assure serializability.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1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Concurrency Control (Cont.)</a:t>
            </a:r>
            <a:endParaRPr/>
          </a:p>
        </p:txBody>
      </p:sp>
      <p:sp>
        <p:nvSpPr>
          <p:cNvPr id="310" name="Google Shape;310;p31"/>
          <p:cNvSpPr txBox="1"/>
          <p:nvPr>
            <p:ph idx="1" type="body"/>
          </p:nvPr>
        </p:nvSpPr>
        <p:spPr>
          <a:xfrm>
            <a:off x="656948" y="1102497"/>
            <a:ext cx="7803471" cy="53679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870"/>
              <a:buFont typeface="Noto Sans Symbols"/>
              <a:buChar char="▪"/>
            </a:pPr>
            <a:r>
              <a:rPr lang="en-US"/>
              <a:t>Schedules must be conflict or view serializable, and recoverable, for the sake of database consistency, and preferably cascadeless.</a:t>
            </a:r>
            <a:endParaRPr/>
          </a:p>
          <a:p>
            <a:pPr indent="-342900" lvl="0" marL="342900" rtl="0" algn="l">
              <a:spcBef>
                <a:spcPts val="595"/>
              </a:spcBef>
              <a:spcAft>
                <a:spcPts val="0"/>
              </a:spcAft>
              <a:buSzPts val="1870"/>
              <a:buFont typeface="Noto Sans Symbols"/>
              <a:buChar char="▪"/>
            </a:pPr>
            <a:r>
              <a:rPr lang="en-US"/>
              <a:t>A policy in which only one transaction can execute at a time generates serial schedules, but provides a poor degree of concurrency.</a:t>
            </a:r>
            <a:endParaRPr/>
          </a:p>
          <a:p>
            <a:pPr indent="-342900" lvl="0" marL="342900" rtl="0" algn="l">
              <a:spcBef>
                <a:spcPts val="595"/>
              </a:spcBef>
              <a:spcAft>
                <a:spcPts val="0"/>
              </a:spcAft>
              <a:buSzPts val="1870"/>
              <a:buFont typeface="Noto Sans Symbols"/>
              <a:buChar char="▪"/>
            </a:pPr>
            <a:r>
              <a:rPr lang="en-US"/>
              <a:t>Concurrency-control schemes tradeoff between the amount of concurrency they allow and the amount of overhead that they incur.</a:t>
            </a:r>
            <a:endParaRPr/>
          </a:p>
          <a:p>
            <a:pPr indent="-342900" lvl="0" marL="342900" rtl="0" algn="l">
              <a:spcBef>
                <a:spcPts val="595"/>
              </a:spcBef>
              <a:spcAft>
                <a:spcPts val="0"/>
              </a:spcAft>
              <a:buSzPts val="1870"/>
              <a:buFont typeface="Noto Sans Symbols"/>
              <a:buChar char="▪"/>
            </a:pPr>
            <a:r>
              <a:rPr lang="en-US"/>
              <a:t>Some schemes allow only conflict-serializable schedules to be generated, while others allow  view-serializable schedules that are not conflict-serializable.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32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/>
              <a:t>Concurrency Control vs. Serializability Tests</a:t>
            </a:r>
            <a:endParaRPr/>
          </a:p>
        </p:txBody>
      </p:sp>
      <p:sp>
        <p:nvSpPr>
          <p:cNvPr id="317" name="Google Shape;317;p32"/>
          <p:cNvSpPr txBox="1"/>
          <p:nvPr>
            <p:ph idx="1" type="body"/>
          </p:nvPr>
        </p:nvSpPr>
        <p:spPr>
          <a:xfrm>
            <a:off x="674702" y="1102497"/>
            <a:ext cx="7794595" cy="53679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870"/>
              <a:buFont typeface="Noto Sans Symbols"/>
              <a:buChar char="▪"/>
            </a:pPr>
            <a:r>
              <a:rPr lang="en-US"/>
              <a:t>Concurrency-control protocols allow concurrent schedules, but ensure that the schedules are conflict/view serializable, and are recoverable and cascadeless .</a:t>
            </a:r>
            <a:endParaRPr/>
          </a:p>
          <a:p>
            <a:pPr indent="-342900" lvl="0" marL="342900" rtl="0" algn="l">
              <a:spcBef>
                <a:spcPts val="595"/>
              </a:spcBef>
              <a:spcAft>
                <a:spcPts val="0"/>
              </a:spcAft>
              <a:buSzPts val="1870"/>
              <a:buFont typeface="Noto Sans Symbols"/>
              <a:buChar char="▪"/>
            </a:pPr>
            <a:r>
              <a:rPr lang="en-US"/>
              <a:t>Concurrency control protocols (generally) do not examine the precedence graph as it is being created</a:t>
            </a:r>
            <a:endParaRPr/>
          </a:p>
          <a:p>
            <a:pPr indent="-285750" lvl="1" marL="742950" rtl="0" algn="l">
              <a:spcBef>
                <a:spcPts val="595"/>
              </a:spcBef>
              <a:spcAft>
                <a:spcPts val="0"/>
              </a:spcAft>
              <a:buSzPts val="1870"/>
              <a:buChar char="•"/>
            </a:pPr>
            <a:r>
              <a:rPr lang="en-US"/>
              <a:t>Instead a protocol imposes a discipline that avoids non-serializable schedules.</a:t>
            </a:r>
            <a:endParaRPr/>
          </a:p>
          <a:p>
            <a:pPr indent="-285750" lvl="1" marL="742950" rtl="0" algn="l">
              <a:spcBef>
                <a:spcPts val="595"/>
              </a:spcBef>
              <a:spcAft>
                <a:spcPts val="0"/>
              </a:spcAft>
              <a:buSzPts val="1870"/>
              <a:buChar char="•"/>
            </a:pPr>
            <a:r>
              <a:rPr lang="en-US"/>
              <a:t>We study such protocols in Chapter 16.</a:t>
            </a:r>
            <a:endParaRPr/>
          </a:p>
          <a:p>
            <a:pPr indent="-342900" lvl="0" marL="342900" rtl="0" algn="l">
              <a:spcBef>
                <a:spcPts val="595"/>
              </a:spcBef>
              <a:spcAft>
                <a:spcPts val="0"/>
              </a:spcAft>
              <a:buSzPts val="1870"/>
              <a:buFont typeface="Noto Sans Symbols"/>
              <a:buChar char="▪"/>
            </a:pPr>
            <a:r>
              <a:rPr lang="en-US"/>
              <a:t>Different concurrency control protocols provide different tradeoffs between the amount of concurrency they allow and the amount of overhead that they incur.</a:t>
            </a:r>
            <a:endParaRPr/>
          </a:p>
          <a:p>
            <a:pPr indent="-342900" lvl="0" marL="342900" rtl="0" algn="l">
              <a:spcBef>
                <a:spcPts val="595"/>
              </a:spcBef>
              <a:spcAft>
                <a:spcPts val="0"/>
              </a:spcAft>
              <a:buSzPts val="1870"/>
              <a:buFont typeface="Noto Sans Symbols"/>
              <a:buChar char="▪"/>
            </a:pPr>
            <a:r>
              <a:rPr lang="en-US"/>
              <a:t>Tests for serializability help us understand why a concurrency control protocol is correct.   </a:t>
            </a:r>
            <a:endParaRPr/>
          </a:p>
          <a:p>
            <a:pPr indent="-224155" lvl="0" marL="342900" rtl="0" algn="l">
              <a:spcBef>
                <a:spcPts val="595"/>
              </a:spcBef>
              <a:spcAft>
                <a:spcPts val="0"/>
              </a:spcAft>
              <a:buSzPts val="1870"/>
              <a:buFont typeface="Noto Sans Symbols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33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Weak Levels of Consistency</a:t>
            </a:r>
            <a:endParaRPr/>
          </a:p>
        </p:txBody>
      </p:sp>
      <p:sp>
        <p:nvSpPr>
          <p:cNvPr id="324" name="Google Shape;324;p33"/>
          <p:cNvSpPr txBox="1"/>
          <p:nvPr>
            <p:ph idx="1" type="body"/>
          </p:nvPr>
        </p:nvSpPr>
        <p:spPr>
          <a:xfrm>
            <a:off x="674702" y="1102497"/>
            <a:ext cx="7750207" cy="53679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870"/>
              <a:buFont typeface="Noto Sans Symbols"/>
              <a:buChar char="▪"/>
            </a:pPr>
            <a:r>
              <a:rPr lang="en-US"/>
              <a:t>Some applications are willing to live with weak levels of consistency, allowing schedules that are not serializable</a:t>
            </a:r>
            <a:endParaRPr/>
          </a:p>
          <a:p>
            <a:pPr indent="-285750" lvl="1" marL="742950" rtl="0" algn="l">
              <a:spcBef>
                <a:spcPts val="595"/>
              </a:spcBef>
              <a:spcAft>
                <a:spcPts val="0"/>
              </a:spcAft>
              <a:buSzPts val="1870"/>
              <a:buChar char="•"/>
            </a:pPr>
            <a:r>
              <a:rPr lang="en-US"/>
              <a:t>E.g., a read-only transaction that wants to get an approximate total balance of all accounts </a:t>
            </a:r>
            <a:endParaRPr/>
          </a:p>
          <a:p>
            <a:pPr indent="-285750" lvl="1" marL="742950" rtl="0" algn="l">
              <a:spcBef>
                <a:spcPts val="595"/>
              </a:spcBef>
              <a:spcAft>
                <a:spcPts val="0"/>
              </a:spcAft>
              <a:buSzPts val="1870"/>
              <a:buChar char="•"/>
            </a:pPr>
            <a:r>
              <a:rPr lang="en-US"/>
              <a:t>E.g., database statistics computed for query optimization can be approximate (why?)</a:t>
            </a:r>
            <a:endParaRPr/>
          </a:p>
          <a:p>
            <a:pPr indent="-285750" lvl="1" marL="742950" rtl="0" algn="l">
              <a:spcBef>
                <a:spcPts val="595"/>
              </a:spcBef>
              <a:spcAft>
                <a:spcPts val="0"/>
              </a:spcAft>
              <a:buSzPts val="1870"/>
              <a:buChar char="•"/>
            </a:pPr>
            <a:r>
              <a:rPr lang="en-US"/>
              <a:t>Such transactions need not be serializable with respect to other transactions</a:t>
            </a:r>
            <a:endParaRPr/>
          </a:p>
          <a:p>
            <a:pPr indent="-342900" lvl="0" marL="342900" rtl="0" algn="l">
              <a:spcBef>
                <a:spcPts val="595"/>
              </a:spcBef>
              <a:spcAft>
                <a:spcPts val="0"/>
              </a:spcAft>
              <a:buSzPts val="1870"/>
              <a:buFont typeface="Noto Sans Symbols"/>
              <a:buChar char="▪"/>
            </a:pPr>
            <a:r>
              <a:rPr lang="en-US"/>
              <a:t>Tradeoff accuracy for performance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34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Levels of Consistency in SQL-92</a:t>
            </a:r>
            <a:endParaRPr/>
          </a:p>
        </p:txBody>
      </p:sp>
      <p:sp>
        <p:nvSpPr>
          <p:cNvPr id="331" name="Google Shape;331;p34"/>
          <p:cNvSpPr txBox="1"/>
          <p:nvPr>
            <p:ph idx="1" type="body"/>
          </p:nvPr>
        </p:nvSpPr>
        <p:spPr>
          <a:xfrm>
            <a:off x="665824" y="1102497"/>
            <a:ext cx="7705819" cy="53679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870"/>
              <a:buFont typeface="Noto Sans Symbols"/>
              <a:buChar char="▪"/>
            </a:pPr>
            <a:r>
              <a:rPr b="1" lang="en-US">
                <a:solidFill>
                  <a:srgbClr val="000099"/>
                </a:solidFill>
              </a:rPr>
              <a:t>Serializable</a:t>
            </a:r>
            <a:r>
              <a:rPr b="1" lang="en-US"/>
              <a:t> </a:t>
            </a:r>
            <a:r>
              <a:rPr lang="en-US"/>
              <a:t>— default</a:t>
            </a:r>
            <a:endParaRPr/>
          </a:p>
          <a:p>
            <a:pPr indent="-342900" lvl="0" marL="342900" rtl="0" algn="l">
              <a:spcBef>
                <a:spcPts val="595"/>
              </a:spcBef>
              <a:spcAft>
                <a:spcPts val="0"/>
              </a:spcAft>
              <a:buSzPts val="1870"/>
              <a:buFont typeface="Noto Sans Symbols"/>
              <a:buChar char="▪"/>
            </a:pPr>
            <a:r>
              <a:rPr b="1" lang="en-US">
                <a:solidFill>
                  <a:srgbClr val="000099"/>
                </a:solidFill>
              </a:rPr>
              <a:t>Repeatable read</a:t>
            </a:r>
            <a:r>
              <a:rPr b="1" lang="en-US"/>
              <a:t> </a:t>
            </a:r>
            <a:r>
              <a:rPr lang="en-US"/>
              <a:t>—</a:t>
            </a:r>
            <a:r>
              <a:rPr b="1" lang="en-US"/>
              <a:t> </a:t>
            </a:r>
            <a:r>
              <a:rPr lang="en-US"/>
              <a:t>only committed records to be read. </a:t>
            </a:r>
            <a:endParaRPr/>
          </a:p>
          <a:p>
            <a:pPr indent="-285750" lvl="1" marL="742950" rtl="0" algn="l">
              <a:spcBef>
                <a:spcPts val="595"/>
              </a:spcBef>
              <a:spcAft>
                <a:spcPts val="0"/>
              </a:spcAft>
              <a:buSzPts val="1870"/>
              <a:buChar char="•"/>
            </a:pPr>
            <a:r>
              <a:rPr lang="en-US"/>
              <a:t>Repeated reads of same record must return same value.</a:t>
            </a:r>
            <a:endParaRPr/>
          </a:p>
          <a:p>
            <a:pPr indent="-285750" lvl="1" marL="742950" rtl="0" algn="l">
              <a:spcBef>
                <a:spcPts val="595"/>
              </a:spcBef>
              <a:spcAft>
                <a:spcPts val="0"/>
              </a:spcAft>
              <a:buSzPts val="1870"/>
              <a:buChar char="•"/>
            </a:pPr>
            <a:r>
              <a:rPr lang="en-US"/>
              <a:t>However, a transaction may not be serializable – it may find some records inserted by a transaction but not find others.</a:t>
            </a:r>
            <a:endParaRPr/>
          </a:p>
          <a:p>
            <a:pPr indent="-342900" lvl="0" marL="342900" rtl="0" algn="l">
              <a:spcBef>
                <a:spcPts val="595"/>
              </a:spcBef>
              <a:spcAft>
                <a:spcPts val="0"/>
              </a:spcAft>
              <a:buSzPts val="1870"/>
              <a:buFont typeface="Noto Sans Symbols"/>
              <a:buChar char="▪"/>
            </a:pPr>
            <a:r>
              <a:rPr b="1" lang="en-US">
                <a:solidFill>
                  <a:srgbClr val="000099"/>
                </a:solidFill>
              </a:rPr>
              <a:t>Read committed</a:t>
            </a:r>
            <a:r>
              <a:rPr b="1" lang="en-US"/>
              <a:t> </a:t>
            </a:r>
            <a:r>
              <a:rPr lang="en-US"/>
              <a:t>—</a:t>
            </a:r>
            <a:r>
              <a:rPr b="1" lang="en-US"/>
              <a:t> </a:t>
            </a:r>
            <a:r>
              <a:rPr lang="en-US"/>
              <a:t>only committed records can be read.</a:t>
            </a:r>
            <a:endParaRPr/>
          </a:p>
          <a:p>
            <a:pPr indent="-285750" lvl="1" marL="742950" rtl="0" algn="l">
              <a:spcBef>
                <a:spcPts val="595"/>
              </a:spcBef>
              <a:spcAft>
                <a:spcPts val="0"/>
              </a:spcAft>
              <a:buSzPts val="1870"/>
              <a:buChar char="•"/>
            </a:pPr>
            <a:r>
              <a:rPr lang="en-US"/>
              <a:t>Successive reads of record may return different (but committed) values.</a:t>
            </a:r>
            <a:endParaRPr/>
          </a:p>
          <a:p>
            <a:pPr indent="-342900" lvl="0" marL="342900" rtl="0" algn="l">
              <a:spcBef>
                <a:spcPts val="595"/>
              </a:spcBef>
              <a:spcAft>
                <a:spcPts val="0"/>
              </a:spcAft>
              <a:buSzPts val="1870"/>
              <a:buFont typeface="Noto Sans Symbols"/>
              <a:buChar char="▪"/>
            </a:pPr>
            <a:r>
              <a:rPr b="1" lang="en-US">
                <a:solidFill>
                  <a:srgbClr val="000099"/>
                </a:solidFill>
              </a:rPr>
              <a:t>Read uncommitted</a:t>
            </a:r>
            <a:r>
              <a:rPr lang="en-US"/>
              <a:t> —</a:t>
            </a:r>
            <a:r>
              <a:rPr b="1" lang="en-US"/>
              <a:t> </a:t>
            </a:r>
            <a:r>
              <a:rPr lang="en-US"/>
              <a:t>even uncommitted records may be read. </a:t>
            </a:r>
            <a:endParaRPr b="1"/>
          </a:p>
        </p:txBody>
      </p:sp>
      <p:sp>
        <p:nvSpPr>
          <p:cNvPr id="332" name="Google Shape;332;p34"/>
          <p:cNvSpPr/>
          <p:nvPr/>
        </p:nvSpPr>
        <p:spPr>
          <a:xfrm>
            <a:off x="538163" y="4135438"/>
            <a:ext cx="7527925" cy="1476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4003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35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Levels of Consistency</a:t>
            </a:r>
            <a:endParaRPr/>
          </a:p>
        </p:txBody>
      </p:sp>
      <p:sp>
        <p:nvSpPr>
          <p:cNvPr id="339" name="Google Shape;339;p35"/>
          <p:cNvSpPr txBox="1"/>
          <p:nvPr>
            <p:ph idx="1" type="body"/>
          </p:nvPr>
        </p:nvSpPr>
        <p:spPr>
          <a:xfrm>
            <a:off x="692458" y="1102497"/>
            <a:ext cx="7750206" cy="53679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870"/>
              <a:buFont typeface="Noto Sans Symbols"/>
              <a:buChar char="▪"/>
            </a:pPr>
            <a:r>
              <a:rPr lang="en-US"/>
              <a:t>Lower degrees of consistency useful for gathering approximate</a:t>
            </a:r>
            <a:br>
              <a:rPr lang="en-US"/>
            </a:br>
            <a:r>
              <a:rPr lang="en-US"/>
              <a:t>information about the database </a:t>
            </a:r>
            <a:endParaRPr/>
          </a:p>
          <a:p>
            <a:pPr indent="-342900" lvl="0" marL="342900" rtl="0" algn="l">
              <a:spcBef>
                <a:spcPts val="595"/>
              </a:spcBef>
              <a:spcAft>
                <a:spcPts val="0"/>
              </a:spcAft>
              <a:buSzPts val="1870"/>
              <a:buFont typeface="Noto Sans Symbols"/>
              <a:buChar char="▪"/>
            </a:pPr>
            <a:r>
              <a:rPr lang="en-US"/>
              <a:t>Warning: some database systems do not ensure serializable schedules by default</a:t>
            </a:r>
            <a:endParaRPr/>
          </a:p>
          <a:p>
            <a:pPr indent="-342900" lvl="0" marL="342900" rtl="0" algn="l">
              <a:spcBef>
                <a:spcPts val="595"/>
              </a:spcBef>
              <a:spcAft>
                <a:spcPts val="0"/>
              </a:spcAft>
              <a:buSzPts val="1870"/>
              <a:buFont typeface="Noto Sans Symbols"/>
              <a:buChar char="▪"/>
            </a:pPr>
            <a:r>
              <a:rPr lang="en-US"/>
              <a:t>E.g., Oracle (and PostgreSQL prior to version 9) by default support a level of consistency called snapshot isolation (not part of the SQL standard)</a:t>
            </a:r>
            <a:endParaRPr/>
          </a:p>
          <a:p>
            <a:pPr indent="-224155" lvl="0" marL="342900" rtl="0" algn="l">
              <a:spcBef>
                <a:spcPts val="595"/>
              </a:spcBef>
              <a:spcAft>
                <a:spcPts val="0"/>
              </a:spcAft>
              <a:buSzPts val="1870"/>
              <a:buFont typeface="Noto Sans Symbols"/>
              <a:buNone/>
            </a:pPr>
            <a:r>
              <a:t/>
            </a:r>
            <a:endParaRPr/>
          </a:p>
        </p:txBody>
      </p:sp>
      <p:sp>
        <p:nvSpPr>
          <p:cNvPr id="340" name="Google Shape;340;p35"/>
          <p:cNvSpPr/>
          <p:nvPr/>
        </p:nvSpPr>
        <p:spPr>
          <a:xfrm>
            <a:off x="1147763" y="1163638"/>
            <a:ext cx="7005637" cy="292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4003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36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Transaction Definition in SQL</a:t>
            </a:r>
            <a:endParaRPr/>
          </a:p>
        </p:txBody>
      </p:sp>
      <p:sp>
        <p:nvSpPr>
          <p:cNvPr id="347" name="Google Shape;347;p36"/>
          <p:cNvSpPr txBox="1"/>
          <p:nvPr>
            <p:ph idx="1" type="body"/>
          </p:nvPr>
        </p:nvSpPr>
        <p:spPr>
          <a:xfrm>
            <a:off x="639192" y="1102497"/>
            <a:ext cx="7927759" cy="53679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870"/>
              <a:buFont typeface="Noto Sans Symbols"/>
              <a:buChar char="▪"/>
            </a:pPr>
            <a:r>
              <a:rPr lang="en-US"/>
              <a:t>In SQL, a transaction begins implicitly.</a:t>
            </a:r>
            <a:endParaRPr/>
          </a:p>
          <a:p>
            <a:pPr indent="-342900" lvl="0" marL="342900" rtl="0" algn="l">
              <a:spcBef>
                <a:spcPts val="595"/>
              </a:spcBef>
              <a:spcAft>
                <a:spcPts val="0"/>
              </a:spcAft>
              <a:buSzPts val="1870"/>
              <a:buFont typeface="Noto Sans Symbols"/>
              <a:buChar char="▪"/>
            </a:pPr>
            <a:r>
              <a:rPr lang="en-US"/>
              <a:t>A transaction in SQL ends by:</a:t>
            </a:r>
            <a:endParaRPr/>
          </a:p>
          <a:p>
            <a:pPr indent="-285750" lvl="1" marL="742950" rtl="0" algn="l">
              <a:spcBef>
                <a:spcPts val="595"/>
              </a:spcBef>
              <a:spcAft>
                <a:spcPts val="0"/>
              </a:spcAft>
              <a:buSzPts val="1870"/>
              <a:buChar char="•"/>
            </a:pPr>
            <a:r>
              <a:rPr b="1" lang="en-US"/>
              <a:t>Commit work</a:t>
            </a:r>
            <a:r>
              <a:rPr lang="en-US"/>
              <a:t> commits current transaction and begins a new one.</a:t>
            </a:r>
            <a:endParaRPr/>
          </a:p>
          <a:p>
            <a:pPr indent="-285750" lvl="1" marL="742950" rtl="0" algn="l">
              <a:spcBef>
                <a:spcPts val="595"/>
              </a:spcBef>
              <a:spcAft>
                <a:spcPts val="0"/>
              </a:spcAft>
              <a:buSzPts val="1870"/>
              <a:buChar char="•"/>
            </a:pPr>
            <a:r>
              <a:rPr b="1" lang="en-US"/>
              <a:t>Rollback work</a:t>
            </a:r>
            <a:r>
              <a:rPr lang="en-US"/>
              <a:t> causes current transaction to abort.</a:t>
            </a:r>
            <a:endParaRPr/>
          </a:p>
          <a:p>
            <a:pPr indent="-342900" lvl="0" marL="342900" rtl="0" algn="l">
              <a:spcBef>
                <a:spcPts val="595"/>
              </a:spcBef>
              <a:spcAft>
                <a:spcPts val="0"/>
              </a:spcAft>
              <a:buSzPts val="1870"/>
              <a:buFont typeface="Noto Sans Symbols"/>
              <a:buChar char="▪"/>
            </a:pPr>
            <a:r>
              <a:rPr lang="en-US"/>
              <a:t>In almost all database systems, by default, every SQL statement also commits implicitly if it executes successfully</a:t>
            </a:r>
            <a:endParaRPr/>
          </a:p>
          <a:p>
            <a:pPr indent="-285750" lvl="1" marL="742950" rtl="0" algn="l">
              <a:spcBef>
                <a:spcPts val="595"/>
              </a:spcBef>
              <a:spcAft>
                <a:spcPts val="0"/>
              </a:spcAft>
              <a:buSzPts val="1870"/>
              <a:buChar char="•"/>
            </a:pPr>
            <a:r>
              <a:rPr lang="en-US"/>
              <a:t>Implicit commit can be turned off by a database directive</a:t>
            </a:r>
            <a:endParaRPr/>
          </a:p>
          <a:p>
            <a:pPr indent="-228600" lvl="2" marL="1085850" rtl="0" algn="l">
              <a:spcBef>
                <a:spcPts val="595"/>
              </a:spcBef>
              <a:spcAft>
                <a:spcPts val="0"/>
              </a:spcAft>
              <a:buSzPts val="1700"/>
              <a:buChar char="▪"/>
            </a:pPr>
            <a:r>
              <a:rPr lang="en-US"/>
              <a:t>E.g., in JDBC -- connection.setAutoCommit(false);</a:t>
            </a:r>
            <a:endParaRPr/>
          </a:p>
          <a:p>
            <a:pPr indent="-342900" lvl="0" marL="342900" rtl="0" algn="l">
              <a:spcBef>
                <a:spcPts val="595"/>
              </a:spcBef>
              <a:spcAft>
                <a:spcPts val="0"/>
              </a:spcAft>
              <a:buSzPts val="1870"/>
              <a:buFont typeface="Noto Sans Symbols"/>
              <a:buChar char="▪"/>
            </a:pPr>
            <a:r>
              <a:rPr lang="en-US"/>
              <a:t>Isolation level can be set at database level</a:t>
            </a:r>
            <a:endParaRPr/>
          </a:p>
          <a:p>
            <a:pPr indent="-342900" lvl="0" marL="342900" rtl="0" algn="l">
              <a:spcBef>
                <a:spcPts val="595"/>
              </a:spcBef>
              <a:spcAft>
                <a:spcPts val="0"/>
              </a:spcAft>
              <a:buSzPts val="1870"/>
              <a:buFont typeface="Noto Sans Symbols"/>
              <a:buChar char="▪"/>
            </a:pPr>
            <a:r>
              <a:rPr lang="en-US"/>
              <a:t>Isolation level can be changed at start of transaction</a:t>
            </a:r>
            <a:endParaRPr/>
          </a:p>
          <a:p>
            <a:pPr indent="-228600" lvl="2" marL="1085850" rtl="0" algn="l">
              <a:spcBef>
                <a:spcPts val="595"/>
              </a:spcBef>
              <a:spcAft>
                <a:spcPts val="0"/>
              </a:spcAft>
              <a:buSzPts val="1700"/>
              <a:buChar char="▪"/>
            </a:pPr>
            <a:r>
              <a:rPr lang="en-US"/>
              <a:t>E.g.  In SQL </a:t>
            </a:r>
            <a:r>
              <a:rPr b="1" lang="en-US"/>
              <a:t>set transaction isolation level serializable</a:t>
            </a:r>
            <a:endParaRPr/>
          </a:p>
          <a:p>
            <a:pPr indent="-228600" lvl="2" marL="1085850" rtl="0" algn="l">
              <a:spcBef>
                <a:spcPts val="595"/>
              </a:spcBef>
              <a:spcAft>
                <a:spcPts val="0"/>
              </a:spcAft>
              <a:buSzPts val="1700"/>
              <a:buChar char="▪"/>
            </a:pPr>
            <a:r>
              <a:rPr lang="en-US"/>
              <a:t>E.g. in JDBC --  connection.setTransactionIsolation(      </a:t>
            </a:r>
            <a:br>
              <a:rPr lang="en-US"/>
            </a:br>
            <a:r>
              <a:rPr lang="en-US"/>
              <a:t>                                     Connection.TRANSACTION_SERIALIZABLE)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37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Implementation of Isolation Levels</a:t>
            </a:r>
            <a:endParaRPr/>
          </a:p>
        </p:txBody>
      </p:sp>
      <p:sp>
        <p:nvSpPr>
          <p:cNvPr id="353" name="Google Shape;353;p37"/>
          <p:cNvSpPr txBox="1"/>
          <p:nvPr>
            <p:ph idx="1" type="body"/>
          </p:nvPr>
        </p:nvSpPr>
        <p:spPr>
          <a:xfrm>
            <a:off x="674702" y="1102497"/>
            <a:ext cx="7741329" cy="53679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870"/>
              <a:buFont typeface="Noto Sans Symbols"/>
              <a:buChar char="▪"/>
            </a:pPr>
            <a:r>
              <a:rPr lang="en-US"/>
              <a:t>Locking</a:t>
            </a:r>
            <a:endParaRPr/>
          </a:p>
          <a:p>
            <a:pPr indent="-285750" lvl="1" marL="742950" rtl="0" algn="l">
              <a:spcBef>
                <a:spcPts val="595"/>
              </a:spcBef>
              <a:spcAft>
                <a:spcPts val="0"/>
              </a:spcAft>
              <a:buSzPts val="1870"/>
              <a:buChar char="•"/>
            </a:pPr>
            <a:r>
              <a:rPr lang="en-US"/>
              <a:t>Lock on whole database vs lock on items</a:t>
            </a:r>
            <a:endParaRPr/>
          </a:p>
          <a:p>
            <a:pPr indent="-285750" lvl="1" marL="742950" rtl="0" algn="l">
              <a:spcBef>
                <a:spcPts val="595"/>
              </a:spcBef>
              <a:spcAft>
                <a:spcPts val="0"/>
              </a:spcAft>
              <a:buSzPts val="1870"/>
              <a:buChar char="•"/>
            </a:pPr>
            <a:r>
              <a:rPr lang="en-US"/>
              <a:t>How long to hold lock?</a:t>
            </a:r>
            <a:endParaRPr/>
          </a:p>
          <a:p>
            <a:pPr indent="-285750" lvl="1" marL="742950" rtl="0" algn="l">
              <a:spcBef>
                <a:spcPts val="595"/>
              </a:spcBef>
              <a:spcAft>
                <a:spcPts val="0"/>
              </a:spcAft>
              <a:buSzPts val="1870"/>
              <a:buChar char="•"/>
            </a:pPr>
            <a:r>
              <a:rPr lang="en-US"/>
              <a:t>Shared vs exclusive locks</a:t>
            </a:r>
            <a:endParaRPr/>
          </a:p>
          <a:p>
            <a:pPr indent="-342900" lvl="0" marL="342900" rtl="0" algn="l">
              <a:spcBef>
                <a:spcPts val="595"/>
              </a:spcBef>
              <a:spcAft>
                <a:spcPts val="0"/>
              </a:spcAft>
              <a:buSzPts val="1870"/>
              <a:buFont typeface="Noto Sans Symbols"/>
              <a:buChar char="▪"/>
            </a:pPr>
            <a:r>
              <a:rPr lang="en-US"/>
              <a:t>Timestamps</a:t>
            </a:r>
            <a:endParaRPr/>
          </a:p>
          <a:p>
            <a:pPr indent="-285750" lvl="1" marL="742950" rtl="0" algn="l">
              <a:spcBef>
                <a:spcPts val="595"/>
              </a:spcBef>
              <a:spcAft>
                <a:spcPts val="0"/>
              </a:spcAft>
              <a:buSzPts val="1870"/>
              <a:buChar char="•"/>
            </a:pPr>
            <a:r>
              <a:rPr lang="en-US"/>
              <a:t>Transaction timestamp assigned e.g. when a transaction begins</a:t>
            </a:r>
            <a:endParaRPr/>
          </a:p>
          <a:p>
            <a:pPr indent="-285750" lvl="1" marL="742950" rtl="0" algn="l">
              <a:spcBef>
                <a:spcPts val="595"/>
              </a:spcBef>
              <a:spcAft>
                <a:spcPts val="0"/>
              </a:spcAft>
              <a:buSzPts val="1870"/>
              <a:buChar char="•"/>
            </a:pPr>
            <a:r>
              <a:rPr lang="en-US"/>
              <a:t>Data items store two timestamps</a:t>
            </a:r>
            <a:endParaRPr/>
          </a:p>
          <a:p>
            <a:pPr indent="-228600" lvl="2" marL="1085850" rtl="0" algn="l">
              <a:spcBef>
                <a:spcPts val="595"/>
              </a:spcBef>
              <a:spcAft>
                <a:spcPts val="0"/>
              </a:spcAft>
              <a:buSzPts val="1700"/>
              <a:buChar char="▪"/>
            </a:pPr>
            <a:r>
              <a:rPr lang="en-US"/>
              <a:t>Read timestamp</a:t>
            </a:r>
            <a:endParaRPr/>
          </a:p>
          <a:p>
            <a:pPr indent="-228600" lvl="2" marL="1085850" rtl="0" algn="l">
              <a:spcBef>
                <a:spcPts val="595"/>
              </a:spcBef>
              <a:spcAft>
                <a:spcPts val="0"/>
              </a:spcAft>
              <a:buSzPts val="1700"/>
              <a:buChar char="▪"/>
            </a:pPr>
            <a:r>
              <a:rPr lang="en-US"/>
              <a:t>Write timestamp</a:t>
            </a:r>
            <a:endParaRPr/>
          </a:p>
          <a:p>
            <a:pPr indent="-285750" lvl="1" marL="742950" rtl="0" algn="l">
              <a:spcBef>
                <a:spcPts val="595"/>
              </a:spcBef>
              <a:spcAft>
                <a:spcPts val="0"/>
              </a:spcAft>
              <a:buSzPts val="1870"/>
              <a:buChar char="•"/>
            </a:pPr>
            <a:r>
              <a:rPr lang="en-US"/>
              <a:t>Timestamps are used to detect out of order accesses</a:t>
            </a:r>
            <a:endParaRPr/>
          </a:p>
          <a:p>
            <a:pPr indent="-342900" lvl="0" marL="342900" rtl="0" algn="l">
              <a:spcBef>
                <a:spcPts val="595"/>
              </a:spcBef>
              <a:spcAft>
                <a:spcPts val="0"/>
              </a:spcAft>
              <a:buSzPts val="1870"/>
              <a:buFont typeface="Noto Sans Symbols"/>
              <a:buChar char="▪"/>
            </a:pPr>
            <a:r>
              <a:rPr lang="en-US"/>
              <a:t>Multiple versions of each data item</a:t>
            </a:r>
            <a:endParaRPr/>
          </a:p>
          <a:p>
            <a:pPr indent="-285750" lvl="1" marL="742950" rtl="0" algn="l">
              <a:spcBef>
                <a:spcPts val="595"/>
              </a:spcBef>
              <a:spcAft>
                <a:spcPts val="0"/>
              </a:spcAft>
              <a:buSzPts val="1870"/>
              <a:buChar char="•"/>
            </a:pPr>
            <a:r>
              <a:rPr lang="en-US"/>
              <a:t>Allow transactions to read from a “snapshot” of the database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38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Transactions as SQL Statements</a:t>
            </a:r>
            <a:endParaRPr/>
          </a:p>
        </p:txBody>
      </p:sp>
      <p:sp>
        <p:nvSpPr>
          <p:cNvPr id="359" name="Google Shape;359;p38"/>
          <p:cNvSpPr txBox="1"/>
          <p:nvPr>
            <p:ph idx="1" type="body"/>
          </p:nvPr>
        </p:nvSpPr>
        <p:spPr>
          <a:xfrm>
            <a:off x="630314" y="1003107"/>
            <a:ext cx="8215235" cy="53679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870"/>
              <a:buFont typeface="Noto Sans Symbols"/>
              <a:buChar char="▪"/>
            </a:pPr>
            <a:r>
              <a:rPr lang="en-US"/>
              <a:t>E.g., Transaction 1:</a:t>
            </a:r>
            <a:br>
              <a:rPr lang="en-US"/>
            </a:br>
            <a:r>
              <a:rPr lang="en-US" sz="1800"/>
              <a:t>   </a:t>
            </a:r>
            <a:r>
              <a:rPr b="1" lang="en-US"/>
              <a:t>select</a:t>
            </a:r>
            <a:r>
              <a:rPr lang="en-US"/>
              <a:t> </a:t>
            </a:r>
            <a:r>
              <a:rPr i="1" lang="en-US"/>
              <a:t>ID, name  </a:t>
            </a:r>
            <a:r>
              <a:rPr lang="en-US"/>
              <a:t> </a:t>
            </a:r>
            <a:r>
              <a:rPr b="1" lang="en-US"/>
              <a:t>from  </a:t>
            </a:r>
            <a:r>
              <a:rPr i="1" lang="en-US"/>
              <a:t>instructor   </a:t>
            </a:r>
            <a:r>
              <a:rPr b="1" lang="en-US"/>
              <a:t>where</a:t>
            </a:r>
            <a:r>
              <a:rPr lang="en-US"/>
              <a:t> </a:t>
            </a:r>
            <a:r>
              <a:rPr i="1" lang="en-US"/>
              <a:t>salary</a:t>
            </a:r>
            <a:r>
              <a:rPr lang="en-US"/>
              <a:t> &gt; 90000</a:t>
            </a:r>
            <a:endParaRPr sz="1800"/>
          </a:p>
          <a:p>
            <a:pPr indent="-342900" lvl="0" marL="342900" rtl="0" algn="l">
              <a:spcBef>
                <a:spcPts val="595"/>
              </a:spcBef>
              <a:spcAft>
                <a:spcPts val="0"/>
              </a:spcAft>
              <a:buSzPts val="1870"/>
              <a:buFont typeface="Noto Sans Symbols"/>
              <a:buChar char="▪"/>
            </a:pPr>
            <a:r>
              <a:rPr lang="en-US"/>
              <a:t>E.g., Transaction 2:</a:t>
            </a:r>
            <a:br>
              <a:rPr lang="en-US"/>
            </a:br>
            <a:r>
              <a:rPr lang="en-US"/>
              <a:t>   </a:t>
            </a:r>
            <a:r>
              <a:rPr b="1" lang="en-US"/>
              <a:t>insert into</a:t>
            </a:r>
            <a:r>
              <a:rPr lang="en-US"/>
              <a:t> </a:t>
            </a:r>
            <a:r>
              <a:rPr i="1" lang="en-US"/>
              <a:t>instructor</a:t>
            </a:r>
            <a:r>
              <a:rPr lang="en-US"/>
              <a:t> </a:t>
            </a:r>
            <a:r>
              <a:rPr b="1" lang="en-US"/>
              <a:t>values</a:t>
            </a:r>
            <a:r>
              <a:rPr lang="en-US"/>
              <a:t> ('11111', 'James', 'Marketing', 100000)</a:t>
            </a:r>
            <a:endParaRPr/>
          </a:p>
          <a:p>
            <a:pPr indent="-342900" lvl="0" marL="342900" rtl="0" algn="l">
              <a:spcBef>
                <a:spcPts val="595"/>
              </a:spcBef>
              <a:spcAft>
                <a:spcPts val="0"/>
              </a:spcAft>
              <a:buSzPts val="1870"/>
              <a:buFont typeface="Noto Sans Symbols"/>
              <a:buChar char="▪"/>
            </a:pPr>
            <a:r>
              <a:rPr lang="en-US"/>
              <a:t>Suppose </a:t>
            </a:r>
            <a:endParaRPr/>
          </a:p>
          <a:p>
            <a:pPr indent="-285750" lvl="1" marL="742950" rtl="0" algn="l">
              <a:spcBef>
                <a:spcPts val="595"/>
              </a:spcBef>
              <a:spcAft>
                <a:spcPts val="0"/>
              </a:spcAft>
              <a:buSzPts val="1870"/>
              <a:buChar char="•"/>
            </a:pPr>
            <a:r>
              <a:rPr lang="en-US"/>
              <a:t>T1 starts, finds tuples salary &gt; 90000 using index and locks them</a:t>
            </a:r>
            <a:endParaRPr/>
          </a:p>
          <a:p>
            <a:pPr indent="-285750" lvl="1" marL="742950" rtl="0" algn="l">
              <a:spcBef>
                <a:spcPts val="595"/>
              </a:spcBef>
              <a:spcAft>
                <a:spcPts val="0"/>
              </a:spcAft>
              <a:buSzPts val="1870"/>
              <a:buChar char="•"/>
            </a:pPr>
            <a:r>
              <a:rPr lang="en-US"/>
              <a:t>And then T2 executes.  </a:t>
            </a:r>
            <a:endParaRPr/>
          </a:p>
          <a:p>
            <a:pPr indent="-285750" lvl="1" marL="742950" rtl="0" algn="l">
              <a:spcBef>
                <a:spcPts val="595"/>
              </a:spcBef>
              <a:spcAft>
                <a:spcPts val="0"/>
              </a:spcAft>
              <a:buSzPts val="1870"/>
              <a:buChar char="•"/>
            </a:pPr>
            <a:r>
              <a:rPr lang="en-US"/>
              <a:t>Do T1 and T2 conflict?  Does tuple level locking detect the conflict?</a:t>
            </a:r>
            <a:endParaRPr/>
          </a:p>
          <a:p>
            <a:pPr indent="-285750" lvl="1" marL="742950" rtl="0" algn="l">
              <a:spcBef>
                <a:spcPts val="595"/>
              </a:spcBef>
              <a:spcAft>
                <a:spcPts val="0"/>
              </a:spcAft>
              <a:buSzPts val="1870"/>
              <a:buChar char="•"/>
            </a:pPr>
            <a:r>
              <a:rPr lang="en-US"/>
              <a:t>Instance of the </a:t>
            </a:r>
            <a:r>
              <a:rPr b="1" lang="en-US">
                <a:solidFill>
                  <a:srgbClr val="002060"/>
                </a:solidFill>
              </a:rPr>
              <a:t>phantom phenomenon</a:t>
            </a:r>
            <a:endParaRPr/>
          </a:p>
          <a:p>
            <a:pPr indent="-342900" lvl="0" marL="342900" rtl="0" algn="l">
              <a:spcBef>
                <a:spcPts val="630"/>
              </a:spcBef>
              <a:spcAft>
                <a:spcPts val="0"/>
              </a:spcAft>
              <a:buSzPts val="1870"/>
              <a:buFont typeface="Noto Sans Symbols"/>
              <a:buChar char="▪"/>
            </a:pPr>
            <a:r>
              <a:rPr lang="en-US"/>
              <a:t>Also consider T3 below, with Wu’s salary = 90000 </a:t>
            </a:r>
            <a:br>
              <a:rPr lang="en-US"/>
            </a:br>
            <a:r>
              <a:rPr lang="en-US" sz="1800"/>
              <a:t>    </a:t>
            </a:r>
            <a:r>
              <a:rPr b="1" lang="en-US" sz="1800"/>
              <a:t>update</a:t>
            </a:r>
            <a:r>
              <a:rPr lang="en-US" sz="1800"/>
              <a:t> </a:t>
            </a:r>
            <a:r>
              <a:rPr i="1" lang="en-US" sz="1800"/>
              <a:t>instructor</a:t>
            </a:r>
            <a:br>
              <a:rPr lang="en-US" sz="1800"/>
            </a:br>
            <a:r>
              <a:rPr lang="en-US" sz="1800"/>
              <a:t>    </a:t>
            </a:r>
            <a:r>
              <a:rPr b="1" lang="en-US" sz="1800"/>
              <a:t>set</a:t>
            </a:r>
            <a:r>
              <a:rPr lang="en-US" sz="1800"/>
              <a:t> </a:t>
            </a:r>
            <a:r>
              <a:rPr i="1" lang="en-US" sz="1800"/>
              <a:t>salary</a:t>
            </a:r>
            <a:r>
              <a:rPr lang="en-US" sz="1800"/>
              <a:t> = </a:t>
            </a:r>
            <a:r>
              <a:rPr i="1" lang="en-US" sz="1800"/>
              <a:t>salary</a:t>
            </a:r>
            <a:r>
              <a:rPr lang="en-US" sz="1800"/>
              <a:t> * 1.1</a:t>
            </a:r>
            <a:br>
              <a:rPr lang="en-US" sz="1800"/>
            </a:br>
            <a:r>
              <a:rPr lang="en-US" sz="1800"/>
              <a:t>    </a:t>
            </a:r>
            <a:r>
              <a:rPr b="1" lang="en-US" sz="1800"/>
              <a:t>where</a:t>
            </a:r>
            <a:r>
              <a:rPr lang="en-US" sz="1800"/>
              <a:t> </a:t>
            </a:r>
            <a:r>
              <a:rPr i="1" lang="en-US" sz="1800"/>
              <a:t>name</a:t>
            </a:r>
            <a:r>
              <a:rPr lang="en-US" sz="1800"/>
              <a:t> = 'Wu’ </a:t>
            </a:r>
            <a:endParaRPr/>
          </a:p>
          <a:p>
            <a:pPr indent="-342900" lvl="0" marL="342900" rtl="0" algn="l">
              <a:spcBef>
                <a:spcPts val="595"/>
              </a:spcBef>
              <a:spcAft>
                <a:spcPts val="0"/>
              </a:spcAft>
              <a:buSzPts val="1870"/>
              <a:buFont typeface="Noto Sans Symbols"/>
              <a:buChar char="▪"/>
            </a:pPr>
            <a:r>
              <a:rPr lang="en-US"/>
              <a:t>Key idea:  Detect “</a:t>
            </a:r>
            <a:r>
              <a:rPr b="1" lang="en-US">
                <a:solidFill>
                  <a:srgbClr val="002060"/>
                </a:solidFill>
              </a:rPr>
              <a:t>predicate</a:t>
            </a:r>
            <a:r>
              <a:rPr lang="en-US"/>
              <a:t>” conflicts, and use some form of  “</a:t>
            </a:r>
            <a:r>
              <a:rPr b="1" lang="en-US">
                <a:solidFill>
                  <a:srgbClr val="002060"/>
                </a:solidFill>
              </a:rPr>
              <a:t>predicate locking</a:t>
            </a:r>
            <a:r>
              <a:rPr lang="en-US"/>
              <a:t>”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39"/>
          <p:cNvSpPr txBox="1"/>
          <p:nvPr>
            <p:ph idx="1" type="body"/>
          </p:nvPr>
        </p:nvSpPr>
        <p:spPr>
          <a:xfrm>
            <a:off x="2643947" y="2796646"/>
            <a:ext cx="5168964" cy="8155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520"/>
              <a:buNone/>
            </a:pPr>
            <a:r>
              <a:rPr b="1" lang="en-US" sz="3200">
                <a:solidFill>
                  <a:srgbClr val="00206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End of Chapter 17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db">
  <a:themeElements>
    <a:clrScheme name="">
      <a:dk1>
        <a:srgbClr val="000000"/>
      </a:dk1>
      <a:lt1>
        <a:srgbClr val="CCECFF"/>
      </a:lt1>
      <a:dk2>
        <a:srgbClr val="CC3300"/>
      </a:dk2>
      <a:lt2>
        <a:srgbClr val="666699"/>
      </a:lt2>
      <a:accent1>
        <a:srgbClr val="FFFFFF"/>
      </a:accent1>
      <a:accent2>
        <a:srgbClr val="CCCC00"/>
      </a:accent2>
      <a:accent3>
        <a:srgbClr val="E2F4FF"/>
      </a:accent3>
      <a:accent4>
        <a:srgbClr val="000000"/>
      </a:accent4>
      <a:accent5>
        <a:srgbClr val="FFFFFF"/>
      </a:accent5>
      <a:accent6>
        <a:srgbClr val="B9B900"/>
      </a:accent6>
      <a:hlink>
        <a:srgbClr val="FF9900"/>
      </a:hlink>
      <a:folHlink>
        <a:srgbClr val="FF9933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2009-12-21T15:40:23Z</dcterms:created>
  <dc:creator>Silberschatz;Korth and Sudarshan</dc:creator>
</cp:coreProperties>
</file>